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21"/>
  </p:notesMasterIdLst>
  <p:handoutMasterIdLst>
    <p:handoutMasterId r:id="rId22"/>
  </p:handoutMasterIdLst>
  <p:sldIdLst>
    <p:sldId id="479" r:id="rId2"/>
    <p:sldId id="480" r:id="rId3"/>
    <p:sldId id="481" r:id="rId4"/>
    <p:sldId id="482" r:id="rId5"/>
    <p:sldId id="483" r:id="rId6"/>
    <p:sldId id="484" r:id="rId7"/>
    <p:sldId id="485" r:id="rId8"/>
    <p:sldId id="487" r:id="rId9"/>
    <p:sldId id="489" r:id="rId10"/>
    <p:sldId id="490" r:id="rId11"/>
    <p:sldId id="492" r:id="rId12"/>
    <p:sldId id="493" r:id="rId13"/>
    <p:sldId id="494" r:id="rId14"/>
    <p:sldId id="495" r:id="rId15"/>
    <p:sldId id="496" r:id="rId16"/>
    <p:sldId id="497" r:id="rId17"/>
    <p:sldId id="498" r:id="rId18"/>
    <p:sldId id="500" r:id="rId19"/>
    <p:sldId id="488" r:id="rId20"/>
  </p:sldIdLst>
  <p:sldSz cx="13004800" cy="9753600"/>
  <p:notesSz cx="7315200" cy="9601200"/>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5pPr>
    <a:lvl6pPr marL="2286000" algn="l" defTabSz="914400" rtl="0" eaLnBrk="1" latinLnBrk="0" hangingPunct="1">
      <a:defRPr sz="4200" kern="1200">
        <a:solidFill>
          <a:srgbClr val="000000"/>
        </a:solidFill>
        <a:latin typeface="Gill Sans" charset="0"/>
        <a:ea typeface="ヒラギノ角ゴ ProN W3" charset="-128"/>
        <a:cs typeface="+mn-cs"/>
        <a:sym typeface="Gill Sans" charset="0"/>
      </a:defRPr>
    </a:lvl6pPr>
    <a:lvl7pPr marL="2743200" algn="l" defTabSz="914400" rtl="0" eaLnBrk="1" latinLnBrk="0" hangingPunct="1">
      <a:defRPr sz="4200" kern="1200">
        <a:solidFill>
          <a:srgbClr val="000000"/>
        </a:solidFill>
        <a:latin typeface="Gill Sans" charset="0"/>
        <a:ea typeface="ヒラギノ角ゴ ProN W3" charset="-128"/>
        <a:cs typeface="+mn-cs"/>
        <a:sym typeface="Gill Sans" charset="0"/>
      </a:defRPr>
    </a:lvl7pPr>
    <a:lvl8pPr marL="3200400" algn="l" defTabSz="914400" rtl="0" eaLnBrk="1" latinLnBrk="0" hangingPunct="1">
      <a:defRPr sz="4200" kern="1200">
        <a:solidFill>
          <a:srgbClr val="000000"/>
        </a:solidFill>
        <a:latin typeface="Gill Sans" charset="0"/>
        <a:ea typeface="ヒラギノ角ゴ ProN W3" charset="-128"/>
        <a:cs typeface="+mn-cs"/>
        <a:sym typeface="Gill Sans" charset="0"/>
      </a:defRPr>
    </a:lvl8pPr>
    <a:lvl9pPr marL="3657600" algn="l" defTabSz="914400" rtl="0" eaLnBrk="1" latinLnBrk="0" hangingPunct="1">
      <a:defRPr sz="4200" kern="1200">
        <a:solidFill>
          <a:srgbClr val="000000"/>
        </a:solidFill>
        <a:latin typeface="Gill Sans" charset="0"/>
        <a:ea typeface="ヒラギノ角ゴ ProN W3" charset="-128"/>
        <a:cs typeface="+mn-cs"/>
        <a:sym typeface="Gill Sans" charset="0"/>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F2C"/>
    <a:srgbClr val="ADC610"/>
    <a:srgbClr val="00A6D6"/>
    <a:srgbClr val="A100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5" autoAdjust="0"/>
    <p:restoredTop sz="94639" autoAdjust="0"/>
  </p:normalViewPr>
  <p:slideViewPr>
    <p:cSldViewPr snapToGrid="0">
      <p:cViewPr varScale="1">
        <p:scale>
          <a:sx n="68" d="100"/>
          <a:sy n="68" d="100"/>
        </p:scale>
        <p:origin x="1500" y="68"/>
      </p:cViewPr>
      <p:guideLst>
        <p:guide orient="horz" pos="3072"/>
        <p:guide pos="4096"/>
      </p:guideLst>
    </p:cSldViewPr>
  </p:slideViewPr>
  <p:outlineViewPr>
    <p:cViewPr>
      <p:scale>
        <a:sx n="33" d="100"/>
        <a:sy n="33" d="100"/>
      </p:scale>
      <p:origin x="0" y="0"/>
    </p:cViewPr>
  </p:outlineViewPr>
  <p:notesTextViewPr>
    <p:cViewPr>
      <p:scale>
        <a:sx n="1" d="1"/>
        <a:sy n="1" d="1"/>
      </p:scale>
      <p:origin x="0" y="0"/>
    </p:cViewPr>
  </p:notesTextViewPr>
  <p:sorterViewPr>
    <p:cViewPr>
      <p:scale>
        <a:sx n="70" d="100"/>
        <a:sy n="70" d="100"/>
      </p:scale>
      <p:origin x="0" y="0"/>
    </p:cViewPr>
  </p:sorterViewPr>
  <p:notesViewPr>
    <p:cSldViewPr snapToGrid="0">
      <p:cViewPr varScale="1">
        <p:scale>
          <a:sx n="83" d="100"/>
          <a:sy n="83" d="100"/>
        </p:scale>
        <p:origin x="-1992" y="-7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ep Cow" userId="3134ff08275ab962" providerId="LiveId" clId="{98D7ADEE-020C-4B6D-A583-8862E25C1BBA}"/>
    <pc:docChg chg="modMainMaster">
      <pc:chgData name="sheep Cow" userId="3134ff08275ab962" providerId="LiveId" clId="{98D7ADEE-020C-4B6D-A583-8862E25C1BBA}" dt="2026-06-09T14:58:02.183" v="23" actId="20577"/>
      <pc:docMkLst>
        <pc:docMk/>
      </pc:docMkLst>
      <pc:sldMasterChg chg="modSp mod modSldLayout">
        <pc:chgData name="sheep Cow" userId="3134ff08275ab962" providerId="LiveId" clId="{98D7ADEE-020C-4B6D-A583-8862E25C1BBA}" dt="2026-06-09T14:58:02.183" v="23" actId="20577"/>
        <pc:sldMasterMkLst>
          <pc:docMk/>
          <pc:sldMasterMk cId="0" sldId="2147483673"/>
        </pc:sldMasterMkLst>
        <pc:spChg chg="mod">
          <ac:chgData name="sheep Cow" userId="3134ff08275ab962" providerId="LiveId" clId="{98D7ADEE-020C-4B6D-A583-8862E25C1BBA}" dt="2026-06-09T14:32:25.757" v="1" actId="20577"/>
          <ac:spMkLst>
            <pc:docMk/>
            <pc:sldMasterMk cId="0" sldId="2147483673"/>
            <ac:spMk id="1036" creationId="{00000000-0000-0000-0000-000000000000}"/>
          </ac:spMkLst>
        </pc:spChg>
        <pc:sldLayoutChg chg="modSp mod">
          <pc:chgData name="sheep Cow" userId="3134ff08275ab962" providerId="LiveId" clId="{98D7ADEE-020C-4B6D-A583-8862E25C1BBA}" dt="2026-06-09T14:57:24.132" v="3" actId="20577"/>
          <pc:sldLayoutMkLst>
            <pc:docMk/>
            <pc:sldMasterMk cId="0" sldId="2147483673"/>
            <pc:sldLayoutMk cId="711569378" sldId="2147484095"/>
          </pc:sldLayoutMkLst>
          <pc:spChg chg="mod">
            <ac:chgData name="sheep Cow" userId="3134ff08275ab962" providerId="LiveId" clId="{98D7ADEE-020C-4B6D-A583-8862E25C1BBA}" dt="2026-06-09T14:57:24.132" v="3" actId="20577"/>
            <ac:spMkLst>
              <pc:docMk/>
              <pc:sldMasterMk cId="0" sldId="2147483673"/>
              <pc:sldLayoutMk cId="711569378" sldId="2147484095"/>
              <ac:spMk id="4" creationId="{87300406-C28F-4B2A-8117-ABFF9F9F1D31}"/>
            </ac:spMkLst>
          </pc:spChg>
        </pc:sldLayoutChg>
        <pc:sldLayoutChg chg="modSp mod">
          <pc:chgData name="sheep Cow" userId="3134ff08275ab962" providerId="LiveId" clId="{98D7ADEE-020C-4B6D-A583-8862E25C1BBA}" dt="2026-06-09T14:57:26.936" v="5" actId="20577"/>
          <pc:sldLayoutMkLst>
            <pc:docMk/>
            <pc:sldMasterMk cId="0" sldId="2147483673"/>
            <pc:sldLayoutMk cId="1250204808" sldId="2147484096"/>
          </pc:sldLayoutMkLst>
          <pc:spChg chg="mod">
            <ac:chgData name="sheep Cow" userId="3134ff08275ab962" providerId="LiveId" clId="{98D7ADEE-020C-4B6D-A583-8862E25C1BBA}" dt="2026-06-09T14:57:26.936" v="5" actId="20577"/>
            <ac:spMkLst>
              <pc:docMk/>
              <pc:sldMasterMk cId="0" sldId="2147483673"/>
              <pc:sldLayoutMk cId="1250204808" sldId="2147484096"/>
              <ac:spMk id="4" creationId="{BD96EBB6-1653-4F6C-A1F7-DCD2B94A6DF8}"/>
            </ac:spMkLst>
          </pc:spChg>
        </pc:sldLayoutChg>
        <pc:sldLayoutChg chg="modSp mod">
          <pc:chgData name="sheep Cow" userId="3134ff08275ab962" providerId="LiveId" clId="{98D7ADEE-020C-4B6D-A583-8862E25C1BBA}" dt="2026-06-09T14:57:29.438" v="7" actId="20577"/>
          <pc:sldLayoutMkLst>
            <pc:docMk/>
            <pc:sldMasterMk cId="0" sldId="2147483673"/>
            <pc:sldLayoutMk cId="2040865071" sldId="2147484097"/>
          </pc:sldLayoutMkLst>
          <pc:spChg chg="mod">
            <ac:chgData name="sheep Cow" userId="3134ff08275ab962" providerId="LiveId" clId="{98D7ADEE-020C-4B6D-A583-8862E25C1BBA}" dt="2026-06-09T14:57:29.438" v="7" actId="20577"/>
            <ac:spMkLst>
              <pc:docMk/>
              <pc:sldMasterMk cId="0" sldId="2147483673"/>
              <pc:sldLayoutMk cId="2040865071" sldId="2147484097"/>
              <ac:spMk id="5" creationId="{9DF24786-3AE0-47BF-BFBE-0EFF5C8A5531}"/>
            </ac:spMkLst>
          </pc:spChg>
        </pc:sldLayoutChg>
        <pc:sldLayoutChg chg="modSp mod">
          <pc:chgData name="sheep Cow" userId="3134ff08275ab962" providerId="LiveId" clId="{98D7ADEE-020C-4B6D-A583-8862E25C1BBA}" dt="2026-06-09T14:57:32.120" v="9" actId="20577"/>
          <pc:sldLayoutMkLst>
            <pc:docMk/>
            <pc:sldMasterMk cId="0" sldId="2147483673"/>
            <pc:sldLayoutMk cId="2855590491" sldId="2147484098"/>
          </pc:sldLayoutMkLst>
          <pc:spChg chg="mod">
            <ac:chgData name="sheep Cow" userId="3134ff08275ab962" providerId="LiveId" clId="{98D7ADEE-020C-4B6D-A583-8862E25C1BBA}" dt="2026-06-09T14:57:32.120" v="9" actId="20577"/>
            <ac:spMkLst>
              <pc:docMk/>
              <pc:sldMasterMk cId="0" sldId="2147483673"/>
              <pc:sldLayoutMk cId="2855590491" sldId="2147484098"/>
              <ac:spMk id="7" creationId="{AC380B05-CCCF-47B7-935C-6A864ACEC942}"/>
            </ac:spMkLst>
          </pc:spChg>
        </pc:sldLayoutChg>
        <pc:sldLayoutChg chg="modSp mod">
          <pc:chgData name="sheep Cow" userId="3134ff08275ab962" providerId="LiveId" clId="{98D7ADEE-020C-4B6D-A583-8862E25C1BBA}" dt="2026-06-09T14:57:34.158" v="11" actId="20577"/>
          <pc:sldLayoutMkLst>
            <pc:docMk/>
            <pc:sldMasterMk cId="0" sldId="2147483673"/>
            <pc:sldLayoutMk cId="3007423290" sldId="2147484099"/>
          </pc:sldLayoutMkLst>
          <pc:spChg chg="mod">
            <ac:chgData name="sheep Cow" userId="3134ff08275ab962" providerId="LiveId" clId="{98D7ADEE-020C-4B6D-A583-8862E25C1BBA}" dt="2026-06-09T14:57:34.158" v="11" actId="20577"/>
            <ac:spMkLst>
              <pc:docMk/>
              <pc:sldMasterMk cId="0" sldId="2147483673"/>
              <pc:sldLayoutMk cId="3007423290" sldId="2147484099"/>
              <ac:spMk id="3" creationId="{EDBFCD3A-2D90-4E3B-B4AA-EE36D390606F}"/>
            </ac:spMkLst>
          </pc:spChg>
        </pc:sldLayoutChg>
        <pc:sldLayoutChg chg="modSp mod">
          <pc:chgData name="sheep Cow" userId="3134ff08275ab962" providerId="LiveId" clId="{98D7ADEE-020C-4B6D-A583-8862E25C1BBA}" dt="2026-06-09T14:57:36.316" v="13" actId="20577"/>
          <pc:sldLayoutMkLst>
            <pc:docMk/>
            <pc:sldMasterMk cId="0" sldId="2147483673"/>
            <pc:sldLayoutMk cId="2465784474" sldId="2147484100"/>
          </pc:sldLayoutMkLst>
          <pc:spChg chg="mod">
            <ac:chgData name="sheep Cow" userId="3134ff08275ab962" providerId="LiveId" clId="{98D7ADEE-020C-4B6D-A583-8862E25C1BBA}" dt="2026-06-09T14:57:36.316" v="13" actId="20577"/>
            <ac:spMkLst>
              <pc:docMk/>
              <pc:sldMasterMk cId="0" sldId="2147483673"/>
              <pc:sldLayoutMk cId="2465784474" sldId="2147484100"/>
              <ac:spMk id="2" creationId="{8DB22D61-0884-49F1-817A-E14A68B2C222}"/>
            </ac:spMkLst>
          </pc:spChg>
        </pc:sldLayoutChg>
        <pc:sldLayoutChg chg="modSp mod">
          <pc:chgData name="sheep Cow" userId="3134ff08275ab962" providerId="LiveId" clId="{98D7ADEE-020C-4B6D-A583-8862E25C1BBA}" dt="2026-06-09T14:57:51.456" v="15" actId="20577"/>
          <pc:sldLayoutMkLst>
            <pc:docMk/>
            <pc:sldMasterMk cId="0" sldId="2147483673"/>
            <pc:sldLayoutMk cId="4086957804" sldId="2147484101"/>
          </pc:sldLayoutMkLst>
          <pc:spChg chg="mod">
            <ac:chgData name="sheep Cow" userId="3134ff08275ab962" providerId="LiveId" clId="{98D7ADEE-020C-4B6D-A583-8862E25C1BBA}" dt="2026-06-09T14:57:51.456" v="15" actId="20577"/>
            <ac:spMkLst>
              <pc:docMk/>
              <pc:sldMasterMk cId="0" sldId="2147483673"/>
              <pc:sldLayoutMk cId="4086957804" sldId="2147484101"/>
              <ac:spMk id="5" creationId="{8568C99B-F283-4C25-A874-CF8B15A662D0}"/>
            </ac:spMkLst>
          </pc:spChg>
        </pc:sldLayoutChg>
        <pc:sldLayoutChg chg="modSp mod">
          <pc:chgData name="sheep Cow" userId="3134ff08275ab962" providerId="LiveId" clId="{98D7ADEE-020C-4B6D-A583-8862E25C1BBA}" dt="2026-06-09T14:57:54.405" v="17" actId="20577"/>
          <pc:sldLayoutMkLst>
            <pc:docMk/>
            <pc:sldMasterMk cId="0" sldId="2147483673"/>
            <pc:sldLayoutMk cId="997477851" sldId="2147484102"/>
          </pc:sldLayoutMkLst>
          <pc:spChg chg="mod">
            <ac:chgData name="sheep Cow" userId="3134ff08275ab962" providerId="LiveId" clId="{98D7ADEE-020C-4B6D-A583-8862E25C1BBA}" dt="2026-06-09T14:57:54.405" v="17" actId="20577"/>
            <ac:spMkLst>
              <pc:docMk/>
              <pc:sldMasterMk cId="0" sldId="2147483673"/>
              <pc:sldLayoutMk cId="997477851" sldId="2147484102"/>
              <ac:spMk id="5" creationId="{EC198EF9-5377-4306-A86E-0057D137DE32}"/>
            </ac:spMkLst>
          </pc:spChg>
        </pc:sldLayoutChg>
        <pc:sldLayoutChg chg="modSp mod">
          <pc:chgData name="sheep Cow" userId="3134ff08275ab962" providerId="LiveId" clId="{98D7ADEE-020C-4B6D-A583-8862E25C1BBA}" dt="2026-06-09T14:57:56.354" v="19" actId="20577"/>
          <pc:sldLayoutMkLst>
            <pc:docMk/>
            <pc:sldMasterMk cId="0" sldId="2147483673"/>
            <pc:sldLayoutMk cId="611940845" sldId="2147484103"/>
          </pc:sldLayoutMkLst>
          <pc:spChg chg="mod">
            <ac:chgData name="sheep Cow" userId="3134ff08275ab962" providerId="LiveId" clId="{98D7ADEE-020C-4B6D-A583-8862E25C1BBA}" dt="2026-06-09T14:57:56.354" v="19" actId="20577"/>
            <ac:spMkLst>
              <pc:docMk/>
              <pc:sldMasterMk cId="0" sldId="2147483673"/>
              <pc:sldLayoutMk cId="611940845" sldId="2147484103"/>
              <ac:spMk id="4" creationId="{79FAFA08-66CB-4F7F-AE92-830A986C6CBB}"/>
            </ac:spMkLst>
          </pc:spChg>
        </pc:sldLayoutChg>
        <pc:sldLayoutChg chg="modSp mod">
          <pc:chgData name="sheep Cow" userId="3134ff08275ab962" providerId="LiveId" clId="{98D7ADEE-020C-4B6D-A583-8862E25C1BBA}" dt="2026-06-09T14:57:59.236" v="21" actId="20577"/>
          <pc:sldLayoutMkLst>
            <pc:docMk/>
            <pc:sldMasterMk cId="0" sldId="2147483673"/>
            <pc:sldLayoutMk cId="4253067773" sldId="2147484104"/>
          </pc:sldLayoutMkLst>
          <pc:spChg chg="mod">
            <ac:chgData name="sheep Cow" userId="3134ff08275ab962" providerId="LiveId" clId="{98D7ADEE-020C-4B6D-A583-8862E25C1BBA}" dt="2026-06-09T14:57:59.236" v="21" actId="20577"/>
            <ac:spMkLst>
              <pc:docMk/>
              <pc:sldMasterMk cId="0" sldId="2147483673"/>
              <pc:sldLayoutMk cId="4253067773" sldId="2147484104"/>
              <ac:spMk id="4" creationId="{D8F00776-E9F3-4881-9E23-7F484CC7E1F2}"/>
            </ac:spMkLst>
          </pc:spChg>
        </pc:sldLayoutChg>
        <pc:sldLayoutChg chg="modSp mod">
          <pc:chgData name="sheep Cow" userId="3134ff08275ab962" providerId="LiveId" clId="{98D7ADEE-020C-4B6D-A583-8862E25C1BBA}" dt="2026-06-09T14:58:02.183" v="23" actId="20577"/>
          <pc:sldLayoutMkLst>
            <pc:docMk/>
            <pc:sldMasterMk cId="0" sldId="2147483673"/>
            <pc:sldLayoutMk cId="723529451" sldId="2147484105"/>
          </pc:sldLayoutMkLst>
          <pc:spChg chg="mod">
            <ac:chgData name="sheep Cow" userId="3134ff08275ab962" providerId="LiveId" clId="{98D7ADEE-020C-4B6D-A583-8862E25C1BBA}" dt="2026-06-09T14:58:02.183" v="23" actId="20577"/>
            <ac:spMkLst>
              <pc:docMk/>
              <pc:sldMasterMk cId="0" sldId="2147483673"/>
              <pc:sldLayoutMk cId="723529451" sldId="2147484105"/>
              <ac:spMk id="6" creationId="{3A816C56-E554-41D7-B0E5-1D60E9782EFF}"/>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491" cy="480367"/>
          </a:xfrm>
          <a:prstGeom prst="rect">
            <a:avLst/>
          </a:prstGeom>
        </p:spPr>
        <p:txBody>
          <a:bodyPr vert="horz" lIns="94759" tIns="47380" rIns="94759" bIns="47380" rtlCol="0"/>
          <a:lstStyle>
            <a:lvl1pPr algn="l">
              <a:defRPr sz="1200"/>
            </a:lvl1pPr>
          </a:lstStyle>
          <a:p>
            <a:pPr>
              <a:defRPr/>
            </a:pPr>
            <a:endParaRPr lang="nl-NL"/>
          </a:p>
        </p:txBody>
      </p:sp>
      <p:sp>
        <p:nvSpPr>
          <p:cNvPr id="3" name="Date Placeholder 2"/>
          <p:cNvSpPr>
            <a:spLocks noGrp="1"/>
          </p:cNvSpPr>
          <p:nvPr>
            <p:ph type="dt" sz="quarter" idx="1"/>
          </p:nvPr>
        </p:nvSpPr>
        <p:spPr>
          <a:xfrm>
            <a:off x="4143001" y="0"/>
            <a:ext cx="3170491" cy="480367"/>
          </a:xfrm>
          <a:prstGeom prst="rect">
            <a:avLst/>
          </a:prstGeom>
        </p:spPr>
        <p:txBody>
          <a:bodyPr vert="horz" lIns="94759" tIns="47380" rIns="94759" bIns="47380" rtlCol="0"/>
          <a:lstStyle>
            <a:lvl1pPr algn="r">
              <a:defRPr sz="1200"/>
            </a:lvl1pPr>
          </a:lstStyle>
          <a:p>
            <a:pPr>
              <a:defRPr/>
            </a:pPr>
            <a:fld id="{0E6C65D5-DDC3-4B07-870A-2FFAC5E9F8E4}" type="datetimeFigureOut">
              <a:rPr lang="nl-NL"/>
              <a:pPr>
                <a:defRPr/>
              </a:pPr>
              <a:t>9-6-2026</a:t>
            </a:fld>
            <a:endParaRPr lang="nl-NL"/>
          </a:p>
        </p:txBody>
      </p:sp>
      <p:sp>
        <p:nvSpPr>
          <p:cNvPr id="4" name="Footer Placeholder 3"/>
          <p:cNvSpPr>
            <a:spLocks noGrp="1"/>
          </p:cNvSpPr>
          <p:nvPr>
            <p:ph type="ftr" sz="quarter" idx="2"/>
          </p:nvPr>
        </p:nvSpPr>
        <p:spPr>
          <a:xfrm>
            <a:off x="0" y="9119298"/>
            <a:ext cx="3170491" cy="480367"/>
          </a:xfrm>
          <a:prstGeom prst="rect">
            <a:avLst/>
          </a:prstGeom>
        </p:spPr>
        <p:txBody>
          <a:bodyPr vert="horz" lIns="94759" tIns="47380" rIns="94759" bIns="47380" rtlCol="0" anchor="b"/>
          <a:lstStyle>
            <a:lvl1pPr algn="l">
              <a:defRPr sz="1200"/>
            </a:lvl1pPr>
          </a:lstStyle>
          <a:p>
            <a:pPr>
              <a:defRPr/>
            </a:pPr>
            <a:endParaRPr lang="nl-NL"/>
          </a:p>
        </p:txBody>
      </p:sp>
      <p:sp>
        <p:nvSpPr>
          <p:cNvPr id="5" name="Slide Number Placeholder 4"/>
          <p:cNvSpPr>
            <a:spLocks noGrp="1"/>
          </p:cNvSpPr>
          <p:nvPr>
            <p:ph type="sldNum" sz="quarter" idx="3"/>
          </p:nvPr>
        </p:nvSpPr>
        <p:spPr>
          <a:xfrm>
            <a:off x="4143001" y="9119298"/>
            <a:ext cx="3170491" cy="480367"/>
          </a:xfrm>
          <a:prstGeom prst="rect">
            <a:avLst/>
          </a:prstGeom>
        </p:spPr>
        <p:txBody>
          <a:bodyPr vert="horz" lIns="94759" tIns="47380" rIns="94759" bIns="47380" rtlCol="0" anchor="b"/>
          <a:lstStyle>
            <a:lvl1pPr algn="r">
              <a:defRPr sz="1200"/>
            </a:lvl1pPr>
          </a:lstStyle>
          <a:p>
            <a:pPr>
              <a:defRPr/>
            </a:pPr>
            <a:fld id="{2AFE05FC-A1DC-47D0-87F1-D78168C109C4}" type="slidenum">
              <a:rPr lang="nl-NL"/>
              <a:pPr>
                <a:defRPr/>
              </a:pPr>
              <a:t>‹#›</a:t>
            </a:fld>
            <a:endParaRPr lang="nl-NL"/>
          </a:p>
        </p:txBody>
      </p:sp>
    </p:spTree>
    <p:extLst>
      <p:ext uri="{BB962C8B-B14F-4D97-AF65-F5344CB8AC3E}">
        <p14:creationId xmlns:p14="http://schemas.microsoft.com/office/powerpoint/2010/main" val="2350646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491" cy="480367"/>
          </a:xfrm>
          <a:prstGeom prst="rect">
            <a:avLst/>
          </a:prstGeom>
        </p:spPr>
        <p:txBody>
          <a:bodyPr vert="horz" lIns="94759" tIns="47380" rIns="94759" bIns="47380" rtlCol="0"/>
          <a:lstStyle>
            <a:lvl1pPr algn="l">
              <a:defRPr sz="1200">
                <a:ea typeface="ヒラギノ角ゴ ProN W3" charset="0"/>
                <a:cs typeface="ヒラギノ角ゴ ProN W3" charset="0"/>
              </a:defRPr>
            </a:lvl1pPr>
          </a:lstStyle>
          <a:p>
            <a:pPr>
              <a:defRPr/>
            </a:pPr>
            <a:endParaRPr lang="nl-NL"/>
          </a:p>
        </p:txBody>
      </p:sp>
      <p:sp>
        <p:nvSpPr>
          <p:cNvPr id="3" name="Date Placeholder 2"/>
          <p:cNvSpPr>
            <a:spLocks noGrp="1"/>
          </p:cNvSpPr>
          <p:nvPr>
            <p:ph type="dt" idx="1"/>
          </p:nvPr>
        </p:nvSpPr>
        <p:spPr>
          <a:xfrm>
            <a:off x="4143001" y="0"/>
            <a:ext cx="3170491" cy="480367"/>
          </a:xfrm>
          <a:prstGeom prst="rect">
            <a:avLst/>
          </a:prstGeom>
        </p:spPr>
        <p:txBody>
          <a:bodyPr vert="horz" wrap="square" lIns="94759" tIns="47380" rIns="94759" bIns="47380" numCol="1" anchor="t" anchorCtr="0" compatLnSpc="1">
            <a:prstTxWarp prst="textNoShape">
              <a:avLst/>
            </a:prstTxWarp>
          </a:bodyPr>
          <a:lstStyle>
            <a:lvl1pPr algn="r">
              <a:defRPr sz="1200"/>
            </a:lvl1pPr>
          </a:lstStyle>
          <a:p>
            <a:pPr>
              <a:defRPr/>
            </a:pPr>
            <a:fld id="{821966DA-52FB-49A6-8F8C-06A37E84FA77}" type="datetimeFigureOut">
              <a:rPr lang="nl-NL" altLang="nl-NL"/>
              <a:pPr>
                <a:defRPr/>
              </a:pPr>
              <a:t>9-6-2026</a:t>
            </a:fld>
            <a:endParaRPr lang="nl-NL" altLang="nl-NL"/>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4759" tIns="47380" rIns="94759" bIns="47380" rtlCol="0" anchor="ctr"/>
          <a:lstStyle/>
          <a:p>
            <a:pPr lvl="0"/>
            <a:endParaRPr lang="nl-NL" noProof="0"/>
          </a:p>
        </p:txBody>
      </p:sp>
      <p:sp>
        <p:nvSpPr>
          <p:cNvPr id="5" name="Notes Placeholder 4"/>
          <p:cNvSpPr>
            <a:spLocks noGrp="1"/>
          </p:cNvSpPr>
          <p:nvPr>
            <p:ph type="body" sz="quarter" idx="3"/>
          </p:nvPr>
        </p:nvSpPr>
        <p:spPr>
          <a:xfrm>
            <a:off x="731520" y="4561185"/>
            <a:ext cx="5852160" cy="4320233"/>
          </a:xfrm>
          <a:prstGeom prst="rect">
            <a:avLst/>
          </a:prstGeom>
        </p:spPr>
        <p:txBody>
          <a:bodyPr vert="horz" lIns="94759" tIns="47380" rIns="94759" bIns="4738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l-NL" noProof="0"/>
          </a:p>
        </p:txBody>
      </p:sp>
      <p:sp>
        <p:nvSpPr>
          <p:cNvPr id="6" name="Footer Placeholder 5"/>
          <p:cNvSpPr>
            <a:spLocks noGrp="1"/>
          </p:cNvSpPr>
          <p:nvPr>
            <p:ph type="ftr" sz="quarter" idx="4"/>
          </p:nvPr>
        </p:nvSpPr>
        <p:spPr>
          <a:xfrm>
            <a:off x="0" y="9119298"/>
            <a:ext cx="3170491" cy="480367"/>
          </a:xfrm>
          <a:prstGeom prst="rect">
            <a:avLst/>
          </a:prstGeom>
        </p:spPr>
        <p:txBody>
          <a:bodyPr vert="horz" lIns="94759" tIns="47380" rIns="94759" bIns="47380" rtlCol="0" anchor="b"/>
          <a:lstStyle>
            <a:lvl1pPr algn="l">
              <a:defRPr sz="1200">
                <a:ea typeface="ヒラギノ角ゴ ProN W3" charset="0"/>
                <a:cs typeface="ヒラギノ角ゴ ProN W3" charset="0"/>
              </a:defRPr>
            </a:lvl1pPr>
          </a:lstStyle>
          <a:p>
            <a:pPr>
              <a:defRPr/>
            </a:pPr>
            <a:endParaRPr lang="nl-NL"/>
          </a:p>
        </p:txBody>
      </p:sp>
      <p:sp>
        <p:nvSpPr>
          <p:cNvPr id="7" name="Slide Number Placeholder 6"/>
          <p:cNvSpPr>
            <a:spLocks noGrp="1"/>
          </p:cNvSpPr>
          <p:nvPr>
            <p:ph type="sldNum" sz="quarter" idx="5"/>
          </p:nvPr>
        </p:nvSpPr>
        <p:spPr>
          <a:xfrm>
            <a:off x="4143001" y="9119298"/>
            <a:ext cx="3170491" cy="480367"/>
          </a:xfrm>
          <a:prstGeom prst="rect">
            <a:avLst/>
          </a:prstGeom>
        </p:spPr>
        <p:txBody>
          <a:bodyPr vert="horz" wrap="square" lIns="94759" tIns="47380" rIns="94759" bIns="47380" numCol="1" anchor="b" anchorCtr="0" compatLnSpc="1">
            <a:prstTxWarp prst="textNoShape">
              <a:avLst/>
            </a:prstTxWarp>
          </a:bodyPr>
          <a:lstStyle>
            <a:lvl1pPr algn="r">
              <a:defRPr sz="1200"/>
            </a:lvl1pPr>
          </a:lstStyle>
          <a:p>
            <a:pPr>
              <a:defRPr/>
            </a:pPr>
            <a:fld id="{7916433F-3131-444C-936B-12663430D475}" type="slidenum">
              <a:rPr lang="nl-NL" altLang="nl-NL"/>
              <a:pPr>
                <a:defRPr/>
              </a:pPr>
              <a:t>‹#›</a:t>
            </a:fld>
            <a:endParaRPr lang="nl-NL" altLang="nl-NL"/>
          </a:p>
        </p:txBody>
      </p:sp>
    </p:spTree>
    <p:extLst>
      <p:ext uri="{BB962C8B-B14F-4D97-AF65-F5344CB8AC3E}">
        <p14:creationId xmlns:p14="http://schemas.microsoft.com/office/powerpoint/2010/main" val="840151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eldia">
    <p:spTree>
      <p:nvGrpSpPr>
        <p:cNvPr id="1" name=""/>
        <p:cNvGrpSpPr/>
        <p:nvPr/>
      </p:nvGrpSpPr>
      <p:grpSpPr>
        <a:xfrm>
          <a:off x="0" y="0"/>
          <a:ext cx="0" cy="0"/>
          <a:chOff x="0" y="0"/>
          <a:chExt cx="0" cy="0"/>
        </a:xfrm>
      </p:grpSpPr>
      <p:sp>
        <p:nvSpPr>
          <p:cNvPr id="4" name="Rectangle 3"/>
          <p:cNvSpPr>
            <a:spLocks noChangeArrowheads="1"/>
          </p:cNvSpPr>
          <p:nvPr/>
        </p:nvSpPr>
        <p:spPr bwMode="auto">
          <a:xfrm>
            <a:off x="669925" y="2924175"/>
            <a:ext cx="10393363" cy="2697163"/>
          </a:xfrm>
          <a:prstGeom prst="rect">
            <a:avLst/>
          </a:prstGeom>
          <a:solidFill>
            <a:schemeClr val="tx1"/>
          </a:solidFill>
          <a:ln>
            <a:noFill/>
          </a:ln>
          <a:extLst>
            <a:ext uri="{91240B29-F687-4F45-9708-019B960494DF}">
              <a14:hiddenLine xmlns:a14="http://schemas.microsoft.com/office/drawing/2010/main" w="9525" algn="ctr">
                <a:solidFill>
                  <a:srgbClr val="000000"/>
                </a:solidFill>
                <a:round/>
                <a:headEnd/>
                <a:tailEnd/>
              </a14:hiddenLine>
            </a:ext>
          </a:extLst>
        </p:spPr>
        <p:txBody>
          <a:bodyPr lIns="130046" tIns="65023" rIns="130046" bIns="65023"/>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l">
              <a:defRPr/>
            </a:pPr>
            <a:endParaRPr lang="nl-NL" altLang="nl-NL">
              <a:latin typeface="Arial" charset="0"/>
              <a:ea typeface="ＭＳ Ｐゴシック" charset="-128"/>
            </a:endParaRPr>
          </a:p>
        </p:txBody>
      </p:sp>
      <p:sp>
        <p:nvSpPr>
          <p:cNvPr id="2" name="Titel 1"/>
          <p:cNvSpPr>
            <a:spLocks noGrp="1"/>
          </p:cNvSpPr>
          <p:nvPr>
            <p:ph type="ctrTitle"/>
          </p:nvPr>
        </p:nvSpPr>
        <p:spPr>
          <a:xfrm>
            <a:off x="975359" y="3066065"/>
            <a:ext cx="9669309" cy="919669"/>
          </a:xfrm>
        </p:spPr>
        <p:txBody>
          <a:bodyPr/>
          <a:lstStyle>
            <a:lvl1pPr>
              <a:defRPr baseline="0">
                <a:solidFill>
                  <a:schemeClr val="bg1"/>
                </a:solidFill>
              </a:defRPr>
            </a:lvl1pPr>
          </a:lstStyle>
          <a:p>
            <a:r>
              <a:rPr lang="nl-NL" dirty="0"/>
              <a:t>Click to </a:t>
            </a:r>
            <a:r>
              <a:rPr lang="nl-NL" dirty="0" err="1"/>
              <a:t>edit</a:t>
            </a:r>
            <a:r>
              <a:rPr lang="nl-NL" dirty="0"/>
              <a:t> </a:t>
            </a:r>
            <a:r>
              <a:rPr lang="nl-NL" dirty="0" err="1"/>
              <a:t>Master</a:t>
            </a:r>
            <a:r>
              <a:rPr lang="nl-NL" dirty="0"/>
              <a:t> </a:t>
            </a:r>
            <a:r>
              <a:rPr lang="nl-NL" dirty="0" err="1"/>
              <a:t>title</a:t>
            </a:r>
            <a:r>
              <a:rPr lang="nl-NL" dirty="0"/>
              <a:t> </a:t>
            </a:r>
            <a:r>
              <a:rPr lang="nl-NL" dirty="0" err="1"/>
              <a:t>style</a:t>
            </a:r>
            <a:endParaRPr lang="nl-NL" dirty="0"/>
          </a:p>
        </p:txBody>
      </p:sp>
      <p:sp>
        <p:nvSpPr>
          <p:cNvPr id="3" name="Ondertitel 2"/>
          <p:cNvSpPr>
            <a:spLocks noGrp="1"/>
          </p:cNvSpPr>
          <p:nvPr>
            <p:ph type="subTitle" idx="1"/>
          </p:nvPr>
        </p:nvSpPr>
        <p:spPr>
          <a:xfrm>
            <a:off x="987400" y="4070015"/>
            <a:ext cx="9645228" cy="1444983"/>
          </a:xfrm>
        </p:spPr>
        <p:txBody>
          <a:bodyPr/>
          <a:lstStyle>
            <a:lvl1pPr marL="0" indent="0" algn="l">
              <a:buNone/>
              <a:defRPr>
                <a:solidFill>
                  <a:srgbClr val="00A6D6"/>
                </a:solidFill>
                <a:latin typeface="Bookman Old Style"/>
                <a:cs typeface="Bookman Old Style"/>
              </a:defRPr>
            </a:lvl1pPr>
            <a:lvl2pPr marL="650230" indent="0" algn="ctr">
              <a:buNone/>
              <a:defRPr/>
            </a:lvl2pPr>
            <a:lvl3pPr marL="1300460" indent="0" algn="ctr">
              <a:buNone/>
              <a:defRPr/>
            </a:lvl3pPr>
            <a:lvl4pPr marL="1950690" indent="0" algn="ctr">
              <a:buNone/>
              <a:defRPr/>
            </a:lvl4pPr>
            <a:lvl5pPr marL="2600919" indent="0" algn="ctr">
              <a:buNone/>
              <a:defRPr/>
            </a:lvl5pPr>
            <a:lvl6pPr marL="3251149" indent="0" algn="ctr">
              <a:buNone/>
              <a:defRPr/>
            </a:lvl6pPr>
            <a:lvl7pPr marL="3901379" indent="0" algn="ctr">
              <a:buNone/>
              <a:defRPr/>
            </a:lvl7pPr>
            <a:lvl8pPr marL="4551609" indent="0" algn="ctr">
              <a:buNone/>
              <a:defRPr/>
            </a:lvl8pPr>
            <a:lvl9pPr marL="5201839" indent="0" algn="ctr">
              <a:buNone/>
              <a:defRPr/>
            </a:lvl9pPr>
          </a:lstStyle>
          <a:p>
            <a:r>
              <a:rPr lang="nl-NL" dirty="0"/>
              <a:t>Click to </a:t>
            </a:r>
            <a:r>
              <a:rPr lang="nl-NL" dirty="0" err="1"/>
              <a:t>edit</a:t>
            </a:r>
            <a:r>
              <a:rPr lang="nl-NL" dirty="0"/>
              <a:t> </a:t>
            </a:r>
            <a:r>
              <a:rPr lang="nl-NL" dirty="0" err="1"/>
              <a:t>Master</a:t>
            </a:r>
            <a:r>
              <a:rPr lang="nl-NL" dirty="0"/>
              <a:t> </a:t>
            </a:r>
            <a:r>
              <a:rPr lang="nl-NL" dirty="0" err="1"/>
              <a:t>subtitle</a:t>
            </a:r>
            <a:r>
              <a:rPr lang="nl-NL" dirty="0"/>
              <a:t> </a:t>
            </a:r>
            <a:r>
              <a:rPr lang="nl-NL" dirty="0" err="1"/>
              <a:t>style</a:t>
            </a:r>
            <a:endParaRPr lang="nl-NL" dirty="0"/>
          </a:p>
        </p:txBody>
      </p:sp>
    </p:spTree>
    <p:extLst>
      <p:ext uri="{BB962C8B-B14F-4D97-AF65-F5344CB8AC3E}">
        <p14:creationId xmlns:p14="http://schemas.microsoft.com/office/powerpoint/2010/main" val="3473586252"/>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40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957784" y="844352"/>
            <a:ext cx="11054080" cy="2090702"/>
          </a:xfrm>
        </p:spPr>
        <p:txBody>
          <a:bodyPr/>
          <a:lstStyle>
            <a:lvl1pPr>
              <a:defRPr/>
            </a:lvl1pPr>
          </a:lstStyle>
          <a:p>
            <a:r>
              <a:rPr lang="en-US"/>
              <a:t>Click to edit Master title style</a:t>
            </a:r>
            <a:endParaRPr lang="nl-NL" dirty="0"/>
          </a:p>
        </p:txBody>
      </p:sp>
      <p:sp>
        <p:nvSpPr>
          <p:cNvPr id="3" name="Ondertitel 2"/>
          <p:cNvSpPr>
            <a:spLocks noGrp="1"/>
          </p:cNvSpPr>
          <p:nvPr>
            <p:ph type="subTitle" idx="1"/>
          </p:nvPr>
        </p:nvSpPr>
        <p:spPr>
          <a:xfrm>
            <a:off x="1950720" y="5527040"/>
            <a:ext cx="9103360" cy="2492587"/>
          </a:xfrm>
        </p:spPr>
        <p:txBody>
          <a:bodyPr/>
          <a:lstStyle>
            <a:lvl1pPr marL="0" indent="0" algn="ctr">
              <a:buNone/>
              <a:defRPr/>
            </a:lvl1pPr>
            <a:lvl2pPr marL="650230" indent="0" algn="ctr">
              <a:buNone/>
              <a:defRPr/>
            </a:lvl2pPr>
            <a:lvl3pPr marL="1300460" indent="0" algn="ctr">
              <a:buNone/>
              <a:defRPr/>
            </a:lvl3pPr>
            <a:lvl4pPr marL="1950690" indent="0" algn="ctr">
              <a:buNone/>
              <a:defRPr/>
            </a:lvl4pPr>
            <a:lvl5pPr marL="2600919" indent="0" algn="ctr">
              <a:buNone/>
              <a:defRPr/>
            </a:lvl5pPr>
            <a:lvl6pPr marL="3251149" indent="0" algn="ctr">
              <a:buNone/>
              <a:defRPr/>
            </a:lvl6pPr>
            <a:lvl7pPr marL="3901379" indent="0" algn="ctr">
              <a:buNone/>
              <a:defRPr/>
            </a:lvl7pPr>
            <a:lvl8pPr marL="4551609" indent="0" algn="ctr">
              <a:buNone/>
              <a:defRPr/>
            </a:lvl8pPr>
            <a:lvl9pPr marL="5201839" indent="0" algn="ctr">
              <a:buNone/>
              <a:defRPr/>
            </a:lvl9pPr>
          </a:lstStyle>
          <a:p>
            <a:r>
              <a:rPr lang="nl-NL"/>
              <a:t>Klik om het opmaakprofiel van de modelondertitel te bewerken</a:t>
            </a:r>
          </a:p>
        </p:txBody>
      </p:sp>
    </p:spTree>
    <p:extLst>
      <p:ext uri="{BB962C8B-B14F-4D97-AF65-F5344CB8AC3E}">
        <p14:creationId xmlns:p14="http://schemas.microsoft.com/office/powerpoint/2010/main" val="3269530551"/>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409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a:xfrm>
            <a:off x="1304925" y="650875"/>
            <a:ext cx="10182225" cy="985565"/>
          </a:xfrm>
        </p:spPr>
        <p:txBody>
          <a:bodyPr/>
          <a:lstStyle>
            <a:lvl1pPr>
              <a:defRPr/>
            </a:lvl1pPr>
          </a:lstStyle>
          <a:p>
            <a:r>
              <a:rPr lang="en-US"/>
              <a:t>Click to edit Master title style</a:t>
            </a:r>
            <a:endParaRPr lang="nl-NL" dirty="0"/>
          </a:p>
        </p:txBody>
      </p:sp>
      <p:sp>
        <p:nvSpPr>
          <p:cNvPr id="3" name="Tijdelijke aanduiding voor inhoud 2"/>
          <p:cNvSpPr>
            <a:spLocks noGrp="1"/>
          </p:cNvSpPr>
          <p:nvPr>
            <p:ph idx="1"/>
          </p:nvPr>
        </p:nvSpPr>
        <p:spPr>
          <a:xfrm>
            <a:off x="1316038" y="1780456"/>
            <a:ext cx="10802986" cy="6696743"/>
          </a:xfrm>
        </p:spPr>
        <p:txBody>
          <a:bodyPr/>
          <a:lstStyle>
            <a:lvl1pPr>
              <a:lnSpc>
                <a:spcPct val="100000"/>
              </a:lnSpc>
              <a:spcBef>
                <a:spcPts val="1200"/>
              </a:spcBef>
              <a:buClrTx/>
              <a:buSzPct val="100000"/>
              <a:defRPr/>
            </a:lvl1pPr>
            <a:lvl2pPr marL="819150" indent="-269875">
              <a:lnSpc>
                <a:spcPct val="100000"/>
              </a:lnSpc>
              <a:spcBef>
                <a:spcPts val="600"/>
              </a:spcBef>
              <a:buClrTx/>
              <a:buFont typeface="Tahoma" panose="020B0604030504040204" pitchFamily="34" charset="0"/>
              <a:buChar char="̶"/>
              <a:defRPr/>
            </a:lvl2pPr>
            <a:lvl3pPr>
              <a:lnSpc>
                <a:spcPct val="100000"/>
              </a:lnSpc>
              <a:spcBef>
                <a:spcPts val="600"/>
              </a:spcBef>
              <a:buClrTx/>
              <a:defRPr/>
            </a:lvl3pPr>
            <a:lvl4pPr>
              <a:lnSpc>
                <a:spcPct val="100000"/>
              </a:lnSpc>
              <a:spcBef>
                <a:spcPts val="1200"/>
              </a:spcBef>
              <a:defRPr/>
            </a:lvl4pPr>
            <a:lvl5pPr>
              <a:lnSpc>
                <a:spcPct val="100000"/>
              </a:lnSpc>
              <a:spcBef>
                <a:spcPts val="1200"/>
              </a:spcBef>
              <a:defRPr/>
            </a:lvl5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Rectangle 3">
            <a:extLst>
              <a:ext uri="{FF2B5EF4-FFF2-40B4-BE49-F238E27FC236}">
                <a16:creationId xmlns:a16="http://schemas.microsoft.com/office/drawing/2014/main" id="{87300406-C28F-4B2A-8117-ABFF9F9F1D31}"/>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p:txBody>
      </p:sp>
    </p:spTree>
    <p:extLst>
      <p:ext uri="{BB962C8B-B14F-4D97-AF65-F5344CB8AC3E}">
        <p14:creationId xmlns:p14="http://schemas.microsoft.com/office/powerpoint/2010/main" val="711569378"/>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40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1027290" y="6267592"/>
            <a:ext cx="11054080" cy="1937173"/>
          </a:xfrm>
        </p:spPr>
        <p:txBody>
          <a:bodyPr/>
          <a:lstStyle>
            <a:lvl1pPr algn="l">
              <a:defRPr sz="5700" b="1" cap="all"/>
            </a:lvl1pPr>
          </a:lstStyle>
          <a:p>
            <a:r>
              <a:rPr lang="nl-NL" dirty="0"/>
              <a:t>Klik om de stijl te bewerken</a:t>
            </a:r>
          </a:p>
        </p:txBody>
      </p:sp>
      <p:sp>
        <p:nvSpPr>
          <p:cNvPr id="3" name="Tijdelijke aanduiding voor tekst 2"/>
          <p:cNvSpPr>
            <a:spLocks noGrp="1"/>
          </p:cNvSpPr>
          <p:nvPr>
            <p:ph type="body" idx="1"/>
          </p:nvPr>
        </p:nvSpPr>
        <p:spPr>
          <a:xfrm>
            <a:off x="1027290" y="4133993"/>
            <a:ext cx="11054080" cy="2133599"/>
          </a:xfrm>
        </p:spPr>
        <p:txBody>
          <a:bodyPr anchor="b"/>
          <a:lstStyle>
            <a:lvl1pPr marL="0" indent="0">
              <a:buNone/>
              <a:defRPr sz="2800"/>
            </a:lvl1pPr>
            <a:lvl2pPr marL="650230" indent="0">
              <a:buNone/>
              <a:defRPr sz="2600"/>
            </a:lvl2pPr>
            <a:lvl3pPr marL="1300460" indent="0">
              <a:buNone/>
              <a:defRPr sz="2300"/>
            </a:lvl3pPr>
            <a:lvl4pPr marL="1950690" indent="0">
              <a:buNone/>
              <a:defRPr sz="2000"/>
            </a:lvl4pPr>
            <a:lvl5pPr marL="2600919" indent="0">
              <a:buNone/>
              <a:defRPr sz="2000"/>
            </a:lvl5pPr>
            <a:lvl6pPr marL="3251149" indent="0">
              <a:buNone/>
              <a:defRPr sz="2000"/>
            </a:lvl6pPr>
            <a:lvl7pPr marL="3901379" indent="0">
              <a:buNone/>
              <a:defRPr sz="2000"/>
            </a:lvl7pPr>
            <a:lvl8pPr marL="4551609" indent="0">
              <a:buNone/>
              <a:defRPr sz="2000"/>
            </a:lvl8pPr>
            <a:lvl9pPr marL="5201839" indent="0">
              <a:buNone/>
              <a:defRPr sz="2000"/>
            </a:lvl9pPr>
          </a:lstStyle>
          <a:p>
            <a:pPr lvl="0"/>
            <a:r>
              <a:rPr lang="nl-NL"/>
              <a:t>Klik om de modelstijlen te bewerken</a:t>
            </a:r>
          </a:p>
        </p:txBody>
      </p:sp>
      <p:sp>
        <p:nvSpPr>
          <p:cNvPr id="4" name="Rectangle 3">
            <a:extLst>
              <a:ext uri="{FF2B5EF4-FFF2-40B4-BE49-F238E27FC236}">
                <a16:creationId xmlns:a16="http://schemas.microsoft.com/office/drawing/2014/main" id="{BD96EBB6-1653-4F6C-A1F7-DCD2B94A6DF8}"/>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1250204808"/>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40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1316285" y="2600960"/>
            <a:ext cx="4967111" cy="4987432"/>
          </a:xfrm>
        </p:spPr>
        <p:txBody>
          <a:bodyPr/>
          <a:lstStyle>
            <a:lvl1pPr>
              <a:defRPr sz="4000"/>
            </a:lvl1pPr>
            <a:lvl2pPr>
              <a:defRPr sz="3400"/>
            </a:lvl2pPr>
            <a:lvl3pPr>
              <a:defRPr sz="2800"/>
            </a:lvl3pPr>
            <a:lvl4pPr>
              <a:defRPr sz="2600"/>
            </a:lvl4pPr>
            <a:lvl5pPr>
              <a:defRPr sz="2600"/>
            </a:lvl5pPr>
            <a:lvl6pPr>
              <a:defRPr sz="2600"/>
            </a:lvl6pPr>
            <a:lvl7pPr>
              <a:defRPr sz="2600"/>
            </a:lvl7pPr>
            <a:lvl8pPr>
              <a:defRPr sz="2600"/>
            </a:lvl8pPr>
            <a:lvl9pPr>
              <a:defRPr sz="2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500144" y="2600960"/>
            <a:ext cx="4969368" cy="4987432"/>
          </a:xfrm>
        </p:spPr>
        <p:txBody>
          <a:bodyPr/>
          <a:lstStyle>
            <a:lvl1pPr>
              <a:defRPr sz="4000"/>
            </a:lvl1pPr>
            <a:lvl2pPr>
              <a:defRPr sz="3400"/>
            </a:lvl2pPr>
            <a:lvl3pPr>
              <a:defRPr sz="2800"/>
            </a:lvl3pPr>
            <a:lvl4pPr>
              <a:defRPr sz="2600"/>
            </a:lvl4pPr>
            <a:lvl5pPr>
              <a:defRPr sz="2600"/>
            </a:lvl5pPr>
            <a:lvl6pPr>
              <a:defRPr sz="2600"/>
            </a:lvl6pPr>
            <a:lvl7pPr>
              <a:defRPr sz="2600"/>
            </a:lvl7pPr>
            <a:lvl8pPr>
              <a:defRPr sz="2600"/>
            </a:lvl8pPr>
            <a:lvl9pPr>
              <a:defRPr sz="2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Rectangle 4">
            <a:extLst>
              <a:ext uri="{FF2B5EF4-FFF2-40B4-BE49-F238E27FC236}">
                <a16:creationId xmlns:a16="http://schemas.microsoft.com/office/drawing/2014/main" id="{9DF24786-3AE0-47BF-BFBE-0EFF5C8A5531}"/>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2040865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650240" y="390596"/>
            <a:ext cx="11704320" cy="1625600"/>
          </a:xfrm>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650240" y="2183272"/>
            <a:ext cx="5746045" cy="909884"/>
          </a:xfrm>
        </p:spPr>
        <p:txBody>
          <a:bodyPr anchor="b"/>
          <a:lstStyle>
            <a:lvl1pPr marL="0" indent="0">
              <a:buNone/>
              <a:defRPr sz="3400" b="1"/>
            </a:lvl1pPr>
            <a:lvl2pPr marL="650230" indent="0">
              <a:buNone/>
              <a:defRPr sz="2800" b="1"/>
            </a:lvl2pPr>
            <a:lvl3pPr marL="1300460" indent="0">
              <a:buNone/>
              <a:defRPr sz="2600" b="1"/>
            </a:lvl3pPr>
            <a:lvl4pPr marL="1950690" indent="0">
              <a:buNone/>
              <a:defRPr sz="2300" b="1"/>
            </a:lvl4pPr>
            <a:lvl5pPr marL="2600919" indent="0">
              <a:buNone/>
              <a:defRPr sz="2300" b="1"/>
            </a:lvl5pPr>
            <a:lvl6pPr marL="3251149" indent="0">
              <a:buNone/>
              <a:defRPr sz="2300" b="1"/>
            </a:lvl6pPr>
            <a:lvl7pPr marL="3901379" indent="0">
              <a:buNone/>
              <a:defRPr sz="2300" b="1"/>
            </a:lvl7pPr>
            <a:lvl8pPr marL="4551609" indent="0">
              <a:buNone/>
              <a:defRPr sz="2300" b="1"/>
            </a:lvl8pPr>
            <a:lvl9pPr marL="5201839" indent="0">
              <a:buNone/>
              <a:defRPr sz="2300" b="1"/>
            </a:lvl9pPr>
          </a:lstStyle>
          <a:p>
            <a:pPr lvl="0"/>
            <a:r>
              <a:rPr lang="nl-NL"/>
              <a:t>Klik om de modelstijlen te bewerken</a:t>
            </a:r>
          </a:p>
        </p:txBody>
      </p:sp>
      <p:sp>
        <p:nvSpPr>
          <p:cNvPr id="4" name="Tijdelijke aanduiding voor inhoud 3"/>
          <p:cNvSpPr>
            <a:spLocks noGrp="1"/>
          </p:cNvSpPr>
          <p:nvPr>
            <p:ph sz="half" idx="2"/>
          </p:nvPr>
        </p:nvSpPr>
        <p:spPr>
          <a:xfrm>
            <a:off x="650240" y="3093155"/>
            <a:ext cx="5746045" cy="5619610"/>
          </a:xfrm>
        </p:spPr>
        <p:txBody>
          <a:bodyPr/>
          <a:lstStyle>
            <a:lvl1pPr>
              <a:defRPr sz="3400"/>
            </a:lvl1pPr>
            <a:lvl2pPr>
              <a:defRPr sz="2800"/>
            </a:lvl2pPr>
            <a:lvl3pPr>
              <a:defRPr sz="2600"/>
            </a:lvl3pPr>
            <a:lvl4pPr>
              <a:defRPr sz="2300"/>
            </a:lvl4pPr>
            <a:lvl5pPr>
              <a:defRPr sz="2300"/>
            </a:lvl5pPr>
            <a:lvl6pPr>
              <a:defRPr sz="2300"/>
            </a:lvl6pPr>
            <a:lvl7pPr>
              <a:defRPr sz="2300"/>
            </a:lvl7pPr>
            <a:lvl8pPr>
              <a:defRPr sz="2300"/>
            </a:lvl8pPr>
            <a:lvl9pPr>
              <a:defRPr sz="23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606259" y="2183272"/>
            <a:ext cx="5748302" cy="909884"/>
          </a:xfrm>
        </p:spPr>
        <p:txBody>
          <a:bodyPr anchor="b"/>
          <a:lstStyle>
            <a:lvl1pPr marL="0" indent="0">
              <a:buNone/>
              <a:defRPr sz="3400" b="1"/>
            </a:lvl1pPr>
            <a:lvl2pPr marL="650230" indent="0">
              <a:buNone/>
              <a:defRPr sz="2800" b="1"/>
            </a:lvl2pPr>
            <a:lvl3pPr marL="1300460" indent="0">
              <a:buNone/>
              <a:defRPr sz="2600" b="1"/>
            </a:lvl3pPr>
            <a:lvl4pPr marL="1950690" indent="0">
              <a:buNone/>
              <a:defRPr sz="2300" b="1"/>
            </a:lvl4pPr>
            <a:lvl5pPr marL="2600919" indent="0">
              <a:buNone/>
              <a:defRPr sz="2300" b="1"/>
            </a:lvl5pPr>
            <a:lvl6pPr marL="3251149" indent="0">
              <a:buNone/>
              <a:defRPr sz="2300" b="1"/>
            </a:lvl6pPr>
            <a:lvl7pPr marL="3901379" indent="0">
              <a:buNone/>
              <a:defRPr sz="2300" b="1"/>
            </a:lvl7pPr>
            <a:lvl8pPr marL="4551609" indent="0">
              <a:buNone/>
              <a:defRPr sz="2300" b="1"/>
            </a:lvl8pPr>
            <a:lvl9pPr marL="5201839" indent="0">
              <a:buNone/>
              <a:defRPr sz="2300" b="1"/>
            </a:lvl9pPr>
          </a:lstStyle>
          <a:p>
            <a:pPr lvl="0"/>
            <a:r>
              <a:rPr lang="nl-NL"/>
              <a:t>Klik om de modelstijlen te bewerken</a:t>
            </a:r>
          </a:p>
        </p:txBody>
      </p:sp>
      <p:sp>
        <p:nvSpPr>
          <p:cNvPr id="6" name="Tijdelijke aanduiding voor inhoud 5"/>
          <p:cNvSpPr>
            <a:spLocks noGrp="1"/>
          </p:cNvSpPr>
          <p:nvPr>
            <p:ph sz="quarter" idx="4"/>
          </p:nvPr>
        </p:nvSpPr>
        <p:spPr>
          <a:xfrm>
            <a:off x="6606259" y="3093155"/>
            <a:ext cx="5748302" cy="5619610"/>
          </a:xfrm>
        </p:spPr>
        <p:txBody>
          <a:bodyPr/>
          <a:lstStyle>
            <a:lvl1pPr>
              <a:defRPr sz="3400"/>
            </a:lvl1pPr>
            <a:lvl2pPr>
              <a:defRPr sz="2800"/>
            </a:lvl2pPr>
            <a:lvl3pPr>
              <a:defRPr sz="2600"/>
            </a:lvl3pPr>
            <a:lvl4pPr>
              <a:defRPr sz="2300"/>
            </a:lvl4pPr>
            <a:lvl5pPr>
              <a:defRPr sz="2300"/>
            </a:lvl5pPr>
            <a:lvl6pPr>
              <a:defRPr sz="2300"/>
            </a:lvl6pPr>
            <a:lvl7pPr>
              <a:defRPr sz="2300"/>
            </a:lvl7pPr>
            <a:lvl8pPr>
              <a:defRPr sz="2300"/>
            </a:lvl8pPr>
            <a:lvl9pPr>
              <a:defRPr sz="23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7" name="Rectangle 6">
            <a:extLst>
              <a:ext uri="{FF2B5EF4-FFF2-40B4-BE49-F238E27FC236}">
                <a16:creationId xmlns:a16="http://schemas.microsoft.com/office/drawing/2014/main" id="{AC380B05-CCCF-47B7-935C-6A864ACEC942}"/>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285559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Rectangle 2">
            <a:extLst>
              <a:ext uri="{FF2B5EF4-FFF2-40B4-BE49-F238E27FC236}">
                <a16:creationId xmlns:a16="http://schemas.microsoft.com/office/drawing/2014/main" id="{EDBFCD3A-2D90-4E3B-B4AA-EE36D390606F}"/>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300742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B22D61-0884-49F1-817A-E14A68B2C222}"/>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2465784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50241" y="388338"/>
            <a:ext cx="4278490" cy="1652693"/>
          </a:xfrm>
        </p:spPr>
        <p:txBody>
          <a:bodyPr anchor="b"/>
          <a:lstStyle>
            <a:lvl1pPr algn="l">
              <a:defRPr sz="2800" b="1"/>
            </a:lvl1pPr>
          </a:lstStyle>
          <a:p>
            <a:r>
              <a:rPr lang="nl-NL"/>
              <a:t>Klik om de stijl te bewerken</a:t>
            </a:r>
          </a:p>
        </p:txBody>
      </p:sp>
      <p:sp>
        <p:nvSpPr>
          <p:cNvPr id="3" name="Tijdelijke aanduiding voor inhoud 2"/>
          <p:cNvSpPr>
            <a:spLocks noGrp="1"/>
          </p:cNvSpPr>
          <p:nvPr>
            <p:ph idx="1"/>
          </p:nvPr>
        </p:nvSpPr>
        <p:spPr>
          <a:xfrm>
            <a:off x="5084516" y="388339"/>
            <a:ext cx="7270044" cy="8324427"/>
          </a:xfrm>
        </p:spPr>
        <p:txBody>
          <a:bodyPr/>
          <a:lstStyle>
            <a:lvl1pPr>
              <a:defRPr sz="4600"/>
            </a:lvl1pPr>
            <a:lvl2pPr>
              <a:defRPr sz="4000"/>
            </a:lvl2pPr>
            <a:lvl3pPr>
              <a:defRPr sz="3400"/>
            </a:lvl3pPr>
            <a:lvl4pPr>
              <a:defRPr sz="2800"/>
            </a:lvl4pPr>
            <a:lvl5pPr>
              <a:defRPr sz="2800"/>
            </a:lvl5pPr>
            <a:lvl6pPr>
              <a:defRPr sz="2800"/>
            </a:lvl6pPr>
            <a:lvl7pPr>
              <a:defRPr sz="2800"/>
            </a:lvl7pPr>
            <a:lvl8pPr>
              <a:defRPr sz="2800"/>
            </a:lvl8pPr>
            <a:lvl9pPr>
              <a:defRPr sz="2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50241" y="2041032"/>
            <a:ext cx="4278490" cy="6671734"/>
          </a:xfrm>
        </p:spPr>
        <p:txBody>
          <a:bodyPr/>
          <a:lstStyle>
            <a:lvl1pPr marL="0" indent="0">
              <a:buNone/>
              <a:defRPr sz="2000"/>
            </a:lvl1pPr>
            <a:lvl2pPr marL="650230" indent="0">
              <a:buNone/>
              <a:defRPr sz="1700"/>
            </a:lvl2pPr>
            <a:lvl3pPr marL="1300460" indent="0">
              <a:buNone/>
              <a:defRPr sz="1400"/>
            </a:lvl3pPr>
            <a:lvl4pPr marL="1950690" indent="0">
              <a:buNone/>
              <a:defRPr sz="1300"/>
            </a:lvl4pPr>
            <a:lvl5pPr marL="2600919" indent="0">
              <a:buNone/>
              <a:defRPr sz="1300"/>
            </a:lvl5pPr>
            <a:lvl6pPr marL="3251149" indent="0">
              <a:buNone/>
              <a:defRPr sz="1300"/>
            </a:lvl6pPr>
            <a:lvl7pPr marL="3901379" indent="0">
              <a:buNone/>
              <a:defRPr sz="1300"/>
            </a:lvl7pPr>
            <a:lvl8pPr marL="4551609" indent="0">
              <a:buNone/>
              <a:defRPr sz="1300"/>
            </a:lvl8pPr>
            <a:lvl9pPr marL="5201839" indent="0">
              <a:buNone/>
              <a:defRPr sz="1300"/>
            </a:lvl9pPr>
          </a:lstStyle>
          <a:p>
            <a:pPr lvl="0"/>
            <a:r>
              <a:rPr lang="nl-NL"/>
              <a:t>Klik om de modelstijlen te bewerken</a:t>
            </a:r>
          </a:p>
        </p:txBody>
      </p:sp>
      <p:sp>
        <p:nvSpPr>
          <p:cNvPr id="5" name="Rectangle 4">
            <a:extLst>
              <a:ext uri="{FF2B5EF4-FFF2-40B4-BE49-F238E27FC236}">
                <a16:creationId xmlns:a16="http://schemas.microsoft.com/office/drawing/2014/main" id="{8568C99B-F283-4C25-A874-CF8B15A662D0}"/>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4086957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549032" y="6827520"/>
            <a:ext cx="7802880" cy="806027"/>
          </a:xfrm>
        </p:spPr>
        <p:txBody>
          <a:bodyPr anchor="b"/>
          <a:lstStyle>
            <a:lvl1pPr algn="l">
              <a:defRPr sz="2800" b="1"/>
            </a:lvl1pPr>
          </a:lstStyle>
          <a:p>
            <a:r>
              <a:rPr lang="nl-NL"/>
              <a:t>Klik om de stijl te bewerken</a:t>
            </a:r>
          </a:p>
        </p:txBody>
      </p:sp>
      <p:sp>
        <p:nvSpPr>
          <p:cNvPr id="3" name="Tijdelijke aanduiding voor afbeelding 2"/>
          <p:cNvSpPr>
            <a:spLocks noGrp="1"/>
          </p:cNvSpPr>
          <p:nvPr>
            <p:ph type="pic" idx="1"/>
          </p:nvPr>
        </p:nvSpPr>
        <p:spPr>
          <a:xfrm>
            <a:off x="2549032" y="871502"/>
            <a:ext cx="7802880" cy="5852160"/>
          </a:xfrm>
        </p:spPr>
        <p:txBody>
          <a:bodyPr/>
          <a:lstStyle>
            <a:lvl1pPr marL="0" indent="0">
              <a:buNone/>
              <a:defRPr sz="4600"/>
            </a:lvl1pPr>
            <a:lvl2pPr marL="650230" indent="0">
              <a:buNone/>
              <a:defRPr sz="4000"/>
            </a:lvl2pPr>
            <a:lvl3pPr marL="1300460" indent="0">
              <a:buNone/>
              <a:defRPr sz="3400"/>
            </a:lvl3pPr>
            <a:lvl4pPr marL="1950690" indent="0">
              <a:buNone/>
              <a:defRPr sz="2800"/>
            </a:lvl4pPr>
            <a:lvl5pPr marL="2600919" indent="0">
              <a:buNone/>
              <a:defRPr sz="2800"/>
            </a:lvl5pPr>
            <a:lvl6pPr marL="3251149" indent="0">
              <a:buNone/>
              <a:defRPr sz="2800"/>
            </a:lvl6pPr>
            <a:lvl7pPr marL="3901379" indent="0">
              <a:buNone/>
              <a:defRPr sz="2800"/>
            </a:lvl7pPr>
            <a:lvl8pPr marL="4551609" indent="0">
              <a:buNone/>
              <a:defRPr sz="2800"/>
            </a:lvl8pPr>
            <a:lvl9pPr marL="5201839" indent="0">
              <a:buNone/>
              <a:defRPr sz="2800"/>
            </a:lvl9pPr>
          </a:lstStyle>
          <a:p>
            <a:pPr lvl="0"/>
            <a:endParaRPr lang="nl-NL" noProof="0"/>
          </a:p>
        </p:txBody>
      </p:sp>
      <p:sp>
        <p:nvSpPr>
          <p:cNvPr id="4" name="Tijdelijke aanduiding voor tekst 3"/>
          <p:cNvSpPr>
            <a:spLocks noGrp="1"/>
          </p:cNvSpPr>
          <p:nvPr>
            <p:ph type="body" sz="half" idx="2"/>
          </p:nvPr>
        </p:nvSpPr>
        <p:spPr>
          <a:xfrm>
            <a:off x="2549032" y="7633547"/>
            <a:ext cx="7802880" cy="1144693"/>
          </a:xfrm>
        </p:spPr>
        <p:txBody>
          <a:bodyPr/>
          <a:lstStyle>
            <a:lvl1pPr marL="0" indent="0">
              <a:buNone/>
              <a:defRPr sz="2000"/>
            </a:lvl1pPr>
            <a:lvl2pPr marL="650230" indent="0">
              <a:buNone/>
              <a:defRPr sz="1700"/>
            </a:lvl2pPr>
            <a:lvl3pPr marL="1300460" indent="0">
              <a:buNone/>
              <a:defRPr sz="1400"/>
            </a:lvl3pPr>
            <a:lvl4pPr marL="1950690" indent="0">
              <a:buNone/>
              <a:defRPr sz="1300"/>
            </a:lvl4pPr>
            <a:lvl5pPr marL="2600919" indent="0">
              <a:buNone/>
              <a:defRPr sz="1300"/>
            </a:lvl5pPr>
            <a:lvl6pPr marL="3251149" indent="0">
              <a:buNone/>
              <a:defRPr sz="1300"/>
            </a:lvl6pPr>
            <a:lvl7pPr marL="3901379" indent="0">
              <a:buNone/>
              <a:defRPr sz="1300"/>
            </a:lvl7pPr>
            <a:lvl8pPr marL="4551609" indent="0">
              <a:buNone/>
              <a:defRPr sz="1300"/>
            </a:lvl8pPr>
            <a:lvl9pPr marL="5201839" indent="0">
              <a:buNone/>
              <a:defRPr sz="1300"/>
            </a:lvl9pPr>
          </a:lstStyle>
          <a:p>
            <a:pPr lvl="0"/>
            <a:r>
              <a:rPr lang="nl-NL"/>
              <a:t>Klik om de modelstijlen te bewerken</a:t>
            </a:r>
          </a:p>
        </p:txBody>
      </p:sp>
      <p:sp>
        <p:nvSpPr>
          <p:cNvPr id="5" name="Rectangle 4">
            <a:extLst>
              <a:ext uri="{FF2B5EF4-FFF2-40B4-BE49-F238E27FC236}">
                <a16:creationId xmlns:a16="http://schemas.microsoft.com/office/drawing/2014/main" id="{EC198EF9-5377-4306-A86E-0057D137DE32}"/>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997477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Rectangle 3">
            <a:extLst>
              <a:ext uri="{FF2B5EF4-FFF2-40B4-BE49-F238E27FC236}">
                <a16:creationId xmlns:a16="http://schemas.microsoft.com/office/drawing/2014/main" id="{79FAFA08-66CB-4F7F-AE92-830A986C6CBB}"/>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611940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943058" y="650240"/>
            <a:ext cx="2544515" cy="6938152"/>
          </a:xfrm>
        </p:spPr>
        <p:txBody>
          <a:bodyPr vert="eaVert"/>
          <a:lstStyle/>
          <a:p>
            <a:r>
              <a:rPr lang="nl-NL"/>
              <a:t>Klik om de stijl te bewerken</a:t>
            </a:r>
          </a:p>
        </p:txBody>
      </p:sp>
      <p:sp>
        <p:nvSpPr>
          <p:cNvPr id="3" name="Tijdelijke aanduiding voor verticale tekst 2"/>
          <p:cNvSpPr>
            <a:spLocks noGrp="1"/>
          </p:cNvSpPr>
          <p:nvPr>
            <p:ph type="body" orient="vert" idx="1"/>
          </p:nvPr>
        </p:nvSpPr>
        <p:spPr>
          <a:xfrm>
            <a:off x="1304996" y="650240"/>
            <a:ext cx="7421316" cy="6938152"/>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Rectangle 3">
            <a:extLst>
              <a:ext uri="{FF2B5EF4-FFF2-40B4-BE49-F238E27FC236}">
                <a16:creationId xmlns:a16="http://schemas.microsoft.com/office/drawing/2014/main" id="{D8F00776-E9F3-4881-9E23-7F484CC7E1F2}"/>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4253067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04996" y="650240"/>
            <a:ext cx="10182578" cy="1517227"/>
          </a:xfrm>
        </p:spPr>
        <p:txBody>
          <a:bodyPr/>
          <a:lstStyle/>
          <a:p>
            <a:r>
              <a:rPr lang="en-US"/>
              <a:t>Click to edit Master title style</a:t>
            </a:r>
          </a:p>
        </p:txBody>
      </p:sp>
      <p:sp>
        <p:nvSpPr>
          <p:cNvPr id="3" name="Content Placeholder 2"/>
          <p:cNvSpPr>
            <a:spLocks noGrp="1"/>
          </p:cNvSpPr>
          <p:nvPr>
            <p:ph sz="half" idx="1"/>
          </p:nvPr>
        </p:nvSpPr>
        <p:spPr>
          <a:xfrm>
            <a:off x="1316285" y="2600960"/>
            <a:ext cx="4967111" cy="4987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500144" y="2600960"/>
            <a:ext cx="4969368" cy="2384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500144" y="5201920"/>
            <a:ext cx="4969368" cy="2386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A816C56-E554-41D7-B0E5-1D60E9782EFF}"/>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723529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title"/>
          </p:nvPr>
        </p:nvSpPr>
        <p:spPr bwMode="auto">
          <a:xfrm>
            <a:off x="1304925" y="650875"/>
            <a:ext cx="10182225"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nl-NL" altLang="nl-NL"/>
              <a:t>Titel</a:t>
            </a:r>
          </a:p>
        </p:txBody>
      </p:sp>
      <p:sp>
        <p:nvSpPr>
          <p:cNvPr id="1027" name="Rectangle 11"/>
          <p:cNvSpPr>
            <a:spLocks noGrp="1" noChangeArrowheads="1"/>
          </p:cNvSpPr>
          <p:nvPr>
            <p:ph type="body" idx="1"/>
          </p:nvPr>
        </p:nvSpPr>
        <p:spPr bwMode="auto">
          <a:xfrm>
            <a:off x="1316038" y="2600325"/>
            <a:ext cx="10153650"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nl-NL" altLang="nl-NL"/>
              <a:t>Click to edit Master text styles</a:t>
            </a:r>
          </a:p>
          <a:p>
            <a:pPr lvl="1"/>
            <a:r>
              <a:rPr lang="nl-NL" altLang="nl-NL"/>
              <a:t>Second level</a:t>
            </a:r>
          </a:p>
          <a:p>
            <a:pPr lvl="2"/>
            <a:r>
              <a:rPr lang="nl-NL" altLang="nl-NL"/>
              <a:t>Third level</a:t>
            </a:r>
          </a:p>
        </p:txBody>
      </p:sp>
      <p:sp>
        <p:nvSpPr>
          <p:cNvPr id="1028" name="Rectangle 13"/>
          <p:cNvSpPr>
            <a:spLocks noChangeArrowheads="1"/>
          </p:cNvSpPr>
          <p:nvPr/>
        </p:nvSpPr>
        <p:spPr bwMode="auto">
          <a:xfrm>
            <a:off x="0" y="8721725"/>
            <a:ext cx="13004800" cy="1031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30046" tIns="65023" rIns="130046" bIns="65023" anchor="ct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r" eaLnBrk="1" hangingPunct="1">
              <a:defRPr/>
            </a:pPr>
            <a:endParaRPr lang="nl-NL" altLang="nl-NL" sz="3100">
              <a:ea typeface="ヒラギノ角ゴ ProN W3" charset="0"/>
            </a:endParaRPr>
          </a:p>
        </p:txBody>
      </p:sp>
      <p:sp>
        <p:nvSpPr>
          <p:cNvPr id="1029" name="Rectangle 19"/>
          <p:cNvSpPr>
            <a:spLocks noChangeArrowheads="1"/>
          </p:cNvSpPr>
          <p:nvPr/>
        </p:nvSpPr>
        <p:spPr bwMode="auto">
          <a:xfrm>
            <a:off x="0" y="9364663"/>
            <a:ext cx="13004800" cy="388937"/>
          </a:xfrm>
          <a:prstGeom prst="rect">
            <a:avLst/>
          </a:prstGeom>
          <a:solidFill>
            <a:srgbClr val="00A6D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30046" tIns="65023" rIns="130046" bIns="65023" anchor="ct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r" eaLnBrk="1" hangingPunct="1">
              <a:defRPr/>
            </a:pPr>
            <a:endParaRPr lang="nl-NL" altLang="nl-NL" sz="3100">
              <a:ea typeface="ヒラギノ角ゴ ProN W3" charset="0"/>
            </a:endParaRPr>
          </a:p>
        </p:txBody>
      </p:sp>
      <p:sp>
        <p:nvSpPr>
          <p:cNvPr id="1030" name="Line 20"/>
          <p:cNvSpPr>
            <a:spLocks noChangeShapeType="1"/>
          </p:cNvSpPr>
          <p:nvPr/>
        </p:nvSpPr>
        <p:spPr bwMode="auto">
          <a:xfrm>
            <a:off x="0" y="9645650"/>
            <a:ext cx="1300480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lIns="130046" tIns="65023" rIns="130046" bIns="65023" anchor="ctr"/>
          <a:lstStyle/>
          <a:p>
            <a:endParaRPr lang="en-US"/>
          </a:p>
        </p:txBody>
      </p:sp>
      <p:sp>
        <p:nvSpPr>
          <p:cNvPr id="1031" name="Line 22"/>
          <p:cNvSpPr>
            <a:spLocks noChangeShapeType="1"/>
          </p:cNvSpPr>
          <p:nvPr/>
        </p:nvSpPr>
        <p:spPr bwMode="auto">
          <a:xfrm>
            <a:off x="0" y="8723313"/>
            <a:ext cx="13004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30046" tIns="65023" rIns="130046" bIns="65023" anchor="ctr"/>
          <a:lstStyle/>
          <a:p>
            <a:endParaRPr lang="en-US"/>
          </a:p>
        </p:txBody>
      </p:sp>
      <p:sp>
        <p:nvSpPr>
          <p:cNvPr id="1032" name="Text Box 23"/>
          <p:cNvSpPr txBox="1">
            <a:spLocks noChangeArrowheads="1"/>
          </p:cNvSpPr>
          <p:nvPr/>
        </p:nvSpPr>
        <p:spPr bwMode="auto">
          <a:xfrm>
            <a:off x="4443413" y="8886825"/>
            <a:ext cx="62849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spAutoFit/>
          </a:bodyP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r" eaLnBrk="1" hangingPunct="1">
              <a:spcBef>
                <a:spcPct val="50000"/>
              </a:spcBef>
              <a:defRPr/>
            </a:pPr>
            <a:endParaRPr lang="nl-NL" altLang="nl-NL" sz="2000">
              <a:solidFill>
                <a:schemeClr val="bg2"/>
              </a:solidFill>
              <a:ea typeface="ＭＳ Ｐゴシック" charset="-128"/>
            </a:endParaRPr>
          </a:p>
        </p:txBody>
      </p:sp>
      <p:sp>
        <p:nvSpPr>
          <p:cNvPr id="1033" name="Rectangle 20"/>
          <p:cNvSpPr>
            <a:spLocks noChangeArrowheads="1"/>
          </p:cNvSpPr>
          <p:nvPr/>
        </p:nvSpPr>
        <p:spPr bwMode="auto">
          <a:xfrm>
            <a:off x="0" y="0"/>
            <a:ext cx="668338" cy="2925763"/>
          </a:xfrm>
          <a:prstGeom prst="rect">
            <a:avLst/>
          </a:prstGeom>
          <a:solidFill>
            <a:srgbClr val="00A6D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30046" tIns="65023" rIns="130046" bIns="65023" anchor="ct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r" eaLnBrk="1" hangingPunct="1">
              <a:defRPr/>
            </a:pPr>
            <a:endParaRPr lang="nl-NL" altLang="nl-NL" sz="3100">
              <a:ea typeface="ヒラギノ角ゴ ProN W3" charset="0"/>
            </a:endParaRPr>
          </a:p>
        </p:txBody>
      </p:sp>
      <p:pic>
        <p:nvPicPr>
          <p:cNvPr id="1034" name="Picture 10" descr="logo_rgb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2800" y="8791575"/>
            <a:ext cx="12525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Rectangle 17"/>
          <p:cNvSpPr>
            <a:spLocks noChangeArrowheads="1"/>
          </p:cNvSpPr>
          <p:nvPr/>
        </p:nvSpPr>
        <p:spPr bwMode="auto">
          <a:xfrm>
            <a:off x="11001375" y="9048750"/>
            <a:ext cx="6445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4200">
                <a:solidFill>
                  <a:srgbClr val="000000"/>
                </a:solidFill>
                <a:latin typeface="Gill Sans" charset="0"/>
                <a:ea typeface="ヒラギノ角ゴ ProN W3" charset="-128"/>
                <a:sym typeface="Gill Sans" charset="0"/>
              </a:defRPr>
            </a:lvl1pPr>
            <a:lvl2pPr marL="742950" indent="-285750" eaLnBrk="0" hangingPunct="0">
              <a:defRPr sz="4200">
                <a:solidFill>
                  <a:srgbClr val="000000"/>
                </a:solidFill>
                <a:latin typeface="Gill Sans" charset="0"/>
                <a:ea typeface="ヒラギノ角ゴ ProN W3" charset="-128"/>
                <a:sym typeface="Gill Sans" charset="0"/>
              </a:defRPr>
            </a:lvl2pPr>
            <a:lvl3pPr marL="1143000" indent="-228600" eaLnBrk="0" hangingPunct="0">
              <a:defRPr sz="4200">
                <a:solidFill>
                  <a:srgbClr val="000000"/>
                </a:solidFill>
                <a:latin typeface="Gill Sans" charset="0"/>
                <a:ea typeface="ヒラギノ角ゴ ProN W3" charset="-128"/>
                <a:sym typeface="Gill Sans" charset="0"/>
              </a:defRPr>
            </a:lvl3pPr>
            <a:lvl4pPr marL="1600200" indent="-228600" eaLnBrk="0" hangingPunct="0">
              <a:defRPr sz="4200">
                <a:solidFill>
                  <a:srgbClr val="000000"/>
                </a:solidFill>
                <a:latin typeface="Gill Sans" charset="0"/>
                <a:ea typeface="ヒラギノ角ゴ ProN W3" charset="-128"/>
                <a:sym typeface="Gill Sans" charset="0"/>
              </a:defRPr>
            </a:lvl4pPr>
            <a:lvl5pPr marL="2057400" indent="-228600" eaLnBrk="0" hangingPunct="0">
              <a:defRPr sz="4200">
                <a:solidFill>
                  <a:srgbClr val="000000"/>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128"/>
                <a:sym typeface="Gill Sans" charset="0"/>
              </a:defRPr>
            </a:lvl9pPr>
          </a:lstStyle>
          <a:p>
            <a:pPr algn="r" eaLnBrk="1" hangingPunct="1">
              <a:defRPr/>
            </a:pPr>
            <a:fld id="{2C8DBFD4-2EAD-42AE-94C8-F18E390FC6B9}" type="slidenum">
              <a:rPr lang="nl-NL" altLang="nl-NL" sz="1600" smtClean="0">
                <a:solidFill>
                  <a:schemeClr val="tx1"/>
                </a:solidFill>
                <a:latin typeface="Tahoma" pitchFamily="34" charset="0"/>
                <a:ea typeface="MS PGothic" pitchFamily="34" charset="-128"/>
              </a:rPr>
              <a:pPr algn="r" eaLnBrk="1" hangingPunct="1">
                <a:defRPr/>
              </a:pPr>
              <a:t>‹#›</a:t>
            </a:fld>
            <a:endParaRPr lang="nl-NL" altLang="nl-NL" sz="1600">
              <a:solidFill>
                <a:schemeClr val="tx1"/>
              </a:solidFill>
              <a:latin typeface="Tahoma" pitchFamily="34" charset="0"/>
              <a:ea typeface="MS PGothic" pitchFamily="34" charset="-128"/>
            </a:endParaRPr>
          </a:p>
        </p:txBody>
      </p:sp>
      <p:sp>
        <p:nvSpPr>
          <p:cNvPr id="1036" name="TextBox 19"/>
          <p:cNvSpPr txBox="1">
            <a:spLocks noChangeArrowheads="1"/>
          </p:cNvSpPr>
          <p:nvPr userDrawn="1"/>
        </p:nvSpPr>
        <p:spPr bwMode="auto">
          <a:xfrm>
            <a:off x="2973388" y="8994775"/>
            <a:ext cx="6769100" cy="777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spAutoFit/>
          </a:bodyP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l" eaLnBrk="1" hangingPunct="1">
              <a:defRPr/>
            </a:pPr>
            <a:r>
              <a:rPr lang="en-US" altLang="nl-NL" sz="1400" b="1" dirty="0">
                <a:solidFill>
                  <a:srgbClr val="00A6D6"/>
                </a:solidFill>
                <a:ea typeface="ヒラギノ角ゴ ProN W3" charset="0"/>
              </a:rPr>
              <a:t>Over-sampled Data Converters – ET4278 – Final Exam – 2026</a:t>
            </a:r>
          </a:p>
          <a:p>
            <a:pPr algn="l" eaLnBrk="1" hangingPunct="1">
              <a:defRPr/>
            </a:pPr>
            <a:endParaRPr lang="en-US" altLang="nl-NL" sz="1400" b="1" dirty="0">
              <a:solidFill>
                <a:srgbClr val="00A6D6"/>
              </a:solidFill>
              <a:ea typeface="ヒラギノ角ゴ ProN W3" charset="0"/>
            </a:endParaRPr>
          </a:p>
          <a:p>
            <a:pPr algn="l" eaLnBrk="1" hangingPunct="1">
              <a:defRPr/>
            </a:pPr>
            <a:endParaRPr lang="en-US" altLang="nl-NL" sz="1400" dirty="0">
              <a:solidFill>
                <a:srgbClr val="00A6D6"/>
              </a:solidFill>
              <a:ea typeface="ヒラギノ角ゴ ProN W3" charset="0"/>
            </a:endParaRPr>
          </a:p>
        </p:txBody>
      </p:sp>
    </p:spTree>
  </p:cSld>
  <p:clrMap bg1="lt1" tx1="dk1" bg2="lt2" tx2="dk2" accent1="accent1" accent2="accent2" accent3="accent3" accent4="accent4" accent5="accent5" accent6="accent6" hlink="hlink" folHlink="folHlink"/>
  <p:sldLayoutIdLst>
    <p:sldLayoutId id="2147484106"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Lst>
  <p:hf sldNum="0" hdr="0" ftr="0"/>
  <p:txStyles>
    <p:titleStyle>
      <a:lvl1pPr marL="1217613" indent="-1217613" algn="l" rtl="0" eaLnBrk="0" fontAlgn="base" hangingPunct="0">
        <a:spcBef>
          <a:spcPct val="0"/>
        </a:spcBef>
        <a:spcAft>
          <a:spcPct val="0"/>
        </a:spcAft>
        <a:defRPr sz="4400">
          <a:solidFill>
            <a:schemeClr val="tx1"/>
          </a:solidFill>
          <a:latin typeface="+mn-lt"/>
          <a:ea typeface="MS PGothic" pitchFamily="34" charset="-128"/>
          <a:cs typeface="ＭＳ Ｐゴシック" charset="-128"/>
        </a:defRPr>
      </a:lvl1pPr>
      <a:lvl2pPr marL="1217613" indent="-1217613" algn="l" rtl="0" eaLnBrk="0" fontAlgn="base" hangingPunct="0">
        <a:spcBef>
          <a:spcPct val="0"/>
        </a:spcBef>
        <a:spcAft>
          <a:spcPct val="0"/>
        </a:spcAft>
        <a:defRPr sz="4400">
          <a:solidFill>
            <a:schemeClr val="tx1"/>
          </a:solidFill>
          <a:latin typeface="Tahoma" pitchFamily="34" charset="0"/>
          <a:ea typeface="MS PGothic" pitchFamily="34" charset="-128"/>
          <a:cs typeface="ＭＳ Ｐゴシック" charset="-128"/>
        </a:defRPr>
      </a:lvl2pPr>
      <a:lvl3pPr marL="1217613" indent="-1217613" algn="l" rtl="0" eaLnBrk="0" fontAlgn="base" hangingPunct="0">
        <a:spcBef>
          <a:spcPct val="0"/>
        </a:spcBef>
        <a:spcAft>
          <a:spcPct val="0"/>
        </a:spcAft>
        <a:defRPr sz="4400">
          <a:solidFill>
            <a:schemeClr val="tx1"/>
          </a:solidFill>
          <a:latin typeface="Tahoma" pitchFamily="34" charset="0"/>
          <a:ea typeface="MS PGothic" pitchFamily="34" charset="-128"/>
          <a:cs typeface="ＭＳ Ｐゴシック" charset="-128"/>
        </a:defRPr>
      </a:lvl3pPr>
      <a:lvl4pPr marL="1217613" indent="-1217613" algn="l" rtl="0" eaLnBrk="0" fontAlgn="base" hangingPunct="0">
        <a:spcBef>
          <a:spcPct val="0"/>
        </a:spcBef>
        <a:spcAft>
          <a:spcPct val="0"/>
        </a:spcAft>
        <a:defRPr sz="4400">
          <a:solidFill>
            <a:schemeClr val="tx1"/>
          </a:solidFill>
          <a:latin typeface="Tahoma" pitchFamily="34" charset="0"/>
          <a:ea typeface="MS PGothic" pitchFamily="34" charset="-128"/>
          <a:cs typeface="ＭＳ Ｐゴシック" charset="-128"/>
        </a:defRPr>
      </a:lvl4pPr>
      <a:lvl5pPr marL="1217613" indent="-1217613" algn="l" rtl="0" eaLnBrk="0" fontAlgn="base" hangingPunct="0">
        <a:spcBef>
          <a:spcPct val="0"/>
        </a:spcBef>
        <a:spcAft>
          <a:spcPct val="0"/>
        </a:spcAft>
        <a:defRPr sz="4400">
          <a:solidFill>
            <a:schemeClr val="tx1"/>
          </a:solidFill>
          <a:latin typeface="Tahoma" pitchFamily="34" charset="0"/>
          <a:ea typeface="MS PGothic" pitchFamily="34" charset="-128"/>
          <a:cs typeface="ＭＳ Ｐゴシック" charset="-128"/>
        </a:defRPr>
      </a:lvl5pPr>
      <a:lvl6pPr marL="1869411" indent="-1219181" algn="l" rtl="0" eaLnBrk="0" fontAlgn="base" hangingPunct="0">
        <a:spcBef>
          <a:spcPct val="0"/>
        </a:spcBef>
        <a:spcAft>
          <a:spcPct val="0"/>
        </a:spcAft>
        <a:defRPr sz="4700">
          <a:solidFill>
            <a:schemeClr val="tx1"/>
          </a:solidFill>
          <a:latin typeface="Bookman Old Style" pitchFamily="18" charset="0"/>
        </a:defRPr>
      </a:lvl6pPr>
      <a:lvl7pPr marL="2519641" indent="-1219181" algn="l" rtl="0" eaLnBrk="0" fontAlgn="base" hangingPunct="0">
        <a:spcBef>
          <a:spcPct val="0"/>
        </a:spcBef>
        <a:spcAft>
          <a:spcPct val="0"/>
        </a:spcAft>
        <a:defRPr sz="4700">
          <a:solidFill>
            <a:schemeClr val="tx1"/>
          </a:solidFill>
          <a:latin typeface="Bookman Old Style" pitchFamily="18" charset="0"/>
        </a:defRPr>
      </a:lvl7pPr>
      <a:lvl8pPr marL="3169870" indent="-1219181" algn="l" rtl="0" eaLnBrk="0" fontAlgn="base" hangingPunct="0">
        <a:spcBef>
          <a:spcPct val="0"/>
        </a:spcBef>
        <a:spcAft>
          <a:spcPct val="0"/>
        </a:spcAft>
        <a:defRPr sz="4700">
          <a:solidFill>
            <a:schemeClr val="tx1"/>
          </a:solidFill>
          <a:latin typeface="Bookman Old Style" pitchFamily="18" charset="0"/>
        </a:defRPr>
      </a:lvl8pPr>
      <a:lvl9pPr marL="3820100" indent="-1219181" algn="l" rtl="0" eaLnBrk="0" fontAlgn="base" hangingPunct="0">
        <a:spcBef>
          <a:spcPct val="0"/>
        </a:spcBef>
        <a:spcAft>
          <a:spcPct val="0"/>
        </a:spcAft>
        <a:defRPr sz="4700">
          <a:solidFill>
            <a:schemeClr val="tx1"/>
          </a:solidFill>
          <a:latin typeface="Bookman Old Style" pitchFamily="18" charset="0"/>
        </a:defRPr>
      </a:lvl9pPr>
    </p:titleStyle>
    <p:bodyStyle>
      <a:lvl1pPr marL="276225" indent="-276225" algn="l" rtl="0" eaLnBrk="0" fontAlgn="base" hangingPunct="0">
        <a:lnSpc>
          <a:spcPts val="3550"/>
        </a:lnSpc>
        <a:spcBef>
          <a:spcPct val="0"/>
        </a:spcBef>
        <a:spcAft>
          <a:spcPct val="0"/>
        </a:spcAft>
        <a:buChar char="•"/>
        <a:defRPr sz="2800">
          <a:solidFill>
            <a:schemeClr val="tx1"/>
          </a:solidFill>
          <a:latin typeface="+mn-lt"/>
          <a:ea typeface="MS PGothic" pitchFamily="34" charset="-128"/>
          <a:cs typeface="ＭＳ Ｐゴシック" charset="-128"/>
        </a:defRPr>
      </a:lvl1pPr>
      <a:lvl2pPr marL="819150" indent="-269875" algn="l" rtl="0" eaLnBrk="0" fontAlgn="base" hangingPunct="0">
        <a:lnSpc>
          <a:spcPts val="3550"/>
        </a:lnSpc>
        <a:spcBef>
          <a:spcPct val="0"/>
        </a:spcBef>
        <a:spcAft>
          <a:spcPct val="0"/>
        </a:spcAft>
        <a:buFont typeface="Tahoma" pitchFamily="34" charset="0"/>
        <a:buChar char="̶"/>
        <a:defRPr sz="2400">
          <a:solidFill>
            <a:schemeClr val="tx1"/>
          </a:solidFill>
          <a:latin typeface="+mn-lt"/>
          <a:ea typeface="MS PGothic" pitchFamily="34" charset="-128"/>
        </a:defRPr>
      </a:lvl2pPr>
      <a:lvl3pPr marL="1360488" indent="-269875" algn="l" rtl="0" eaLnBrk="0" fontAlgn="base" hangingPunct="0">
        <a:lnSpc>
          <a:spcPts val="3550"/>
        </a:lnSpc>
        <a:spcBef>
          <a:spcPct val="0"/>
        </a:spcBef>
        <a:spcAft>
          <a:spcPct val="0"/>
        </a:spcAft>
        <a:buClr>
          <a:srgbClr val="00A6D6"/>
        </a:buClr>
        <a:buFont typeface="Times" pitchFamily="18" charset="0"/>
        <a:buChar char="•"/>
        <a:defRPr>
          <a:solidFill>
            <a:schemeClr val="tx1"/>
          </a:solidFill>
          <a:latin typeface="+mn-lt"/>
          <a:ea typeface="MS PGothic" pitchFamily="34" charset="-128"/>
        </a:defRPr>
      </a:lvl3pPr>
      <a:lvl4pPr marL="1901825" indent="-269875" algn="l" rtl="0" eaLnBrk="0" fontAlgn="base" hangingPunct="0">
        <a:lnSpc>
          <a:spcPts val="3550"/>
        </a:lnSpc>
        <a:spcBef>
          <a:spcPct val="0"/>
        </a:spcBef>
        <a:spcAft>
          <a:spcPct val="0"/>
        </a:spcAft>
        <a:buClr>
          <a:schemeClr val="bg2"/>
        </a:buClr>
        <a:buFont typeface="Times" pitchFamily="18" charset="0"/>
        <a:buChar char="•"/>
        <a:defRPr sz="2000">
          <a:solidFill>
            <a:schemeClr val="tx1"/>
          </a:solidFill>
          <a:latin typeface="+mn-lt"/>
          <a:ea typeface="MS PGothic" pitchFamily="34" charset="-128"/>
        </a:defRPr>
      </a:lvl4pPr>
      <a:lvl5pPr marL="2444750" indent="-269875" algn="l" rtl="0" eaLnBrk="0" fontAlgn="base" hangingPunct="0">
        <a:lnSpc>
          <a:spcPts val="3550"/>
        </a:lnSpc>
        <a:spcBef>
          <a:spcPct val="0"/>
        </a:spcBef>
        <a:spcAft>
          <a:spcPct val="0"/>
        </a:spcAft>
        <a:buClr>
          <a:schemeClr val="bg2"/>
        </a:buClr>
        <a:buFont typeface="Times" pitchFamily="18" charset="0"/>
        <a:buChar char="•"/>
        <a:defRPr sz="1700">
          <a:solidFill>
            <a:schemeClr val="tx1"/>
          </a:solidFill>
          <a:latin typeface="+mn-lt"/>
          <a:ea typeface="MS PGothic" pitchFamily="34" charset="-128"/>
        </a:defRPr>
      </a:lvl5pPr>
      <a:lvl6pPr marL="3095366" indent="-270929" algn="l" rtl="0" eaLnBrk="0" fontAlgn="base" hangingPunct="0">
        <a:lnSpc>
          <a:spcPts val="3556"/>
        </a:lnSpc>
        <a:spcBef>
          <a:spcPct val="0"/>
        </a:spcBef>
        <a:spcAft>
          <a:spcPct val="0"/>
        </a:spcAft>
        <a:buClr>
          <a:schemeClr val="bg2"/>
        </a:buClr>
        <a:buFont typeface="Times" pitchFamily="18" charset="0"/>
        <a:buChar char="•"/>
        <a:defRPr sz="1700">
          <a:solidFill>
            <a:schemeClr val="tx1"/>
          </a:solidFill>
          <a:latin typeface="+mn-lt"/>
        </a:defRPr>
      </a:lvl6pPr>
      <a:lvl7pPr marL="3745596" indent="-270929" algn="l" rtl="0" eaLnBrk="0" fontAlgn="base" hangingPunct="0">
        <a:lnSpc>
          <a:spcPts val="3556"/>
        </a:lnSpc>
        <a:spcBef>
          <a:spcPct val="0"/>
        </a:spcBef>
        <a:spcAft>
          <a:spcPct val="0"/>
        </a:spcAft>
        <a:buClr>
          <a:schemeClr val="bg2"/>
        </a:buClr>
        <a:buFont typeface="Times" pitchFamily="18" charset="0"/>
        <a:buChar char="•"/>
        <a:defRPr sz="1700">
          <a:solidFill>
            <a:schemeClr val="tx1"/>
          </a:solidFill>
          <a:latin typeface="+mn-lt"/>
        </a:defRPr>
      </a:lvl7pPr>
      <a:lvl8pPr marL="4395825" indent="-270929" algn="l" rtl="0" eaLnBrk="0" fontAlgn="base" hangingPunct="0">
        <a:lnSpc>
          <a:spcPts val="3556"/>
        </a:lnSpc>
        <a:spcBef>
          <a:spcPct val="0"/>
        </a:spcBef>
        <a:spcAft>
          <a:spcPct val="0"/>
        </a:spcAft>
        <a:buClr>
          <a:schemeClr val="bg2"/>
        </a:buClr>
        <a:buFont typeface="Times" pitchFamily="18" charset="0"/>
        <a:buChar char="•"/>
        <a:defRPr sz="1700">
          <a:solidFill>
            <a:schemeClr val="tx1"/>
          </a:solidFill>
          <a:latin typeface="+mn-lt"/>
        </a:defRPr>
      </a:lvl8pPr>
      <a:lvl9pPr marL="5046055" indent="-270929" algn="l" rtl="0" eaLnBrk="0" fontAlgn="base" hangingPunct="0">
        <a:lnSpc>
          <a:spcPts val="3556"/>
        </a:lnSpc>
        <a:spcBef>
          <a:spcPct val="0"/>
        </a:spcBef>
        <a:spcAft>
          <a:spcPct val="0"/>
        </a:spcAft>
        <a:buClr>
          <a:schemeClr val="bg2"/>
        </a:buClr>
        <a:buFont typeface="Times" pitchFamily="18" charset="0"/>
        <a:buChar char="•"/>
        <a:defRPr sz="1700">
          <a:solidFill>
            <a:schemeClr val="tx1"/>
          </a:solidFill>
          <a:latin typeface="+mn-lt"/>
        </a:defRPr>
      </a:lvl9pPr>
    </p:bodyStyle>
    <p:otherStyle>
      <a:defPPr>
        <a:defRPr lang="nl-NL"/>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72" userDrawn="1">
          <p15:clr>
            <a:srgbClr val="F26B43"/>
          </p15:clr>
        </p15:guide>
        <p15:guide id="2" pos="40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9CFBB-8581-4160-937E-BB216DF18A79}"/>
              </a:ext>
            </a:extLst>
          </p:cNvPr>
          <p:cNvSpPr>
            <a:spLocks noGrp="1"/>
          </p:cNvSpPr>
          <p:nvPr>
            <p:ph type="ctrTitle"/>
          </p:nvPr>
        </p:nvSpPr>
        <p:spPr/>
        <p:txBody>
          <a:bodyPr/>
          <a:lstStyle/>
          <a:p>
            <a:r>
              <a:rPr lang="en-US" dirty="0"/>
              <a:t>Paper Title	</a:t>
            </a:r>
          </a:p>
        </p:txBody>
      </p:sp>
      <p:sp>
        <p:nvSpPr>
          <p:cNvPr id="3" name="Subtitle 2">
            <a:extLst>
              <a:ext uri="{FF2B5EF4-FFF2-40B4-BE49-F238E27FC236}">
                <a16:creationId xmlns:a16="http://schemas.microsoft.com/office/drawing/2014/main" id="{89578FF7-6F9F-452F-9905-2D73DD4E17E4}"/>
              </a:ext>
            </a:extLst>
          </p:cNvPr>
          <p:cNvSpPr>
            <a:spLocks noGrp="1"/>
          </p:cNvSpPr>
          <p:nvPr>
            <p:ph type="subTitle" idx="1"/>
          </p:nvPr>
        </p:nvSpPr>
        <p:spPr/>
        <p:txBody>
          <a:bodyPr/>
          <a:lstStyle/>
          <a:p>
            <a:r>
              <a:rPr lang="en-US" dirty="0"/>
              <a:t>Name, Surname</a:t>
            </a:r>
          </a:p>
          <a:p>
            <a:r>
              <a:rPr lang="en-US" dirty="0"/>
              <a:t>Student ID</a:t>
            </a:r>
          </a:p>
        </p:txBody>
      </p:sp>
      <p:sp>
        <p:nvSpPr>
          <p:cNvPr id="4" name="TextBox 3">
            <a:extLst>
              <a:ext uri="{FF2B5EF4-FFF2-40B4-BE49-F238E27FC236}">
                <a16:creationId xmlns:a16="http://schemas.microsoft.com/office/drawing/2014/main" id="{965A1E6E-D48F-4ACB-9968-BD279DD597FD}"/>
              </a:ext>
            </a:extLst>
          </p:cNvPr>
          <p:cNvSpPr txBox="1"/>
          <p:nvPr/>
        </p:nvSpPr>
        <p:spPr>
          <a:xfrm>
            <a:off x="627064" y="5767868"/>
            <a:ext cx="10410472" cy="2696402"/>
          </a:xfrm>
          <a:prstGeom prst="rect">
            <a:avLst/>
          </a:prstGeom>
          <a:noFill/>
        </p:spPr>
        <p:txBody>
          <a:bodyPr wrap="square" rtlCol="0">
            <a:normAutofit/>
          </a:bodyPr>
          <a:lstStyle/>
          <a:p>
            <a:pPr algn="l"/>
            <a:r>
              <a:rPr lang="en-US" sz="1200" u="sng" dirty="0"/>
              <a:t>Remarks: </a:t>
            </a:r>
          </a:p>
          <a:p>
            <a:pPr marL="457200" indent="-457200" algn="l">
              <a:buFont typeface="Arial" panose="020B0604020202020204" pitchFamily="34" charset="0"/>
              <a:buChar char="•"/>
            </a:pPr>
            <a:r>
              <a:rPr lang="en-US" sz="1200" dirty="0"/>
              <a:t>Do not change the order of slides and remove any slides. </a:t>
            </a:r>
          </a:p>
          <a:p>
            <a:pPr marL="457200" indent="-457200" algn="l">
              <a:buFont typeface="Arial" panose="020B0604020202020204" pitchFamily="34" charset="0"/>
              <a:buChar char="•"/>
            </a:pPr>
            <a:r>
              <a:rPr lang="en-US" sz="1200" dirty="0"/>
              <a:t>In case you could not answer a certain question, just mention that you did not answer and leave it blank. </a:t>
            </a:r>
          </a:p>
          <a:p>
            <a:pPr marL="457200" indent="-457200" algn="l">
              <a:buFont typeface="Arial" panose="020B0604020202020204" pitchFamily="34" charset="0"/>
              <a:buChar char="•"/>
            </a:pPr>
            <a:r>
              <a:rPr lang="en-US" sz="1200" dirty="0"/>
              <a:t>In case you need more than 1 slide per question, please duplicate the slide and extend the slide number in the title as A/B/C. (example Q1.2A, Q1.2B </a:t>
            </a:r>
            <a:r>
              <a:rPr lang="en-US" sz="1200" dirty="0" err="1"/>
              <a:t>etc</a:t>
            </a:r>
            <a:r>
              <a:rPr lang="en-US" sz="1200" dirty="0"/>
              <a:t>)</a:t>
            </a:r>
          </a:p>
        </p:txBody>
      </p:sp>
    </p:spTree>
    <p:extLst>
      <p:ext uri="{BB962C8B-B14F-4D97-AF65-F5344CB8AC3E}">
        <p14:creationId xmlns:p14="http://schemas.microsoft.com/office/powerpoint/2010/main" val="3131506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a:lstStyle/>
          <a:p>
            <a:r>
              <a:rPr lang="en-US" dirty="0"/>
              <a:t>Q1.Introduction</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p:txBody>
          <a:bodyPr/>
          <a:lstStyle/>
          <a:p>
            <a:r>
              <a:rPr lang="en-US" dirty="0"/>
              <a:t>Identify the issues addressed by the assigned paper and identify the main techniques used to address these issues. (5 points)</a:t>
            </a:r>
          </a:p>
          <a:p>
            <a:r>
              <a:rPr lang="en-US" dirty="0"/>
              <a:t>Support your analysis with figures/block diagrams.</a:t>
            </a:r>
          </a:p>
          <a:p>
            <a:pPr marL="0" indent="0">
              <a:buNone/>
            </a:pPr>
            <a:endParaRPr lang="en-US" dirty="0"/>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Q1. Identify the issues addressed by the assigned paper and identify the main techniques used to address these issues. </a:t>
            </a: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(5 points)</a:t>
            </a:r>
            <a:endParaRPr lang="en-US" dirty="0"/>
          </a:p>
        </p:txBody>
      </p:sp>
    </p:spTree>
    <p:extLst>
      <p:ext uri="{BB962C8B-B14F-4D97-AF65-F5344CB8AC3E}">
        <p14:creationId xmlns:p14="http://schemas.microsoft.com/office/powerpoint/2010/main" val="1674637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a:lstStyle/>
          <a:p>
            <a:r>
              <a:rPr lang="en-US" dirty="0"/>
              <a:t>Q2 </a:t>
            </a:r>
            <a:r>
              <a:rPr lang="en-US" dirty="0" err="1"/>
              <a:t>Matlab</a:t>
            </a:r>
            <a:r>
              <a:rPr lang="en-US" dirty="0"/>
              <a:t> model and List of coefficients</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p:txBody>
          <a:bodyPr/>
          <a:lstStyle/>
          <a:p>
            <a:r>
              <a:rPr lang="en-US" dirty="0"/>
              <a:t>Include a block level diagram of the modulator and list coefficients.</a:t>
            </a:r>
          </a:p>
          <a:p>
            <a:r>
              <a:rPr lang="en-US" dirty="0"/>
              <a:t>Describe how you have derived the coefficients of the modulator. </a:t>
            </a:r>
          </a:p>
          <a:p>
            <a:pPr marL="0" indent="0">
              <a:buNone/>
            </a:pPr>
            <a:endParaRPr lang="en-US" dirty="0"/>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Tree>
    <p:extLst>
      <p:ext uri="{BB962C8B-B14F-4D97-AF65-F5344CB8AC3E}">
        <p14:creationId xmlns:p14="http://schemas.microsoft.com/office/powerpoint/2010/main" val="1841264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rPr lang="en-US" dirty="0"/>
              <a:t>Q2.1 Proposed technique</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p:txBody>
          <a:bodyPr/>
          <a:lstStyle/>
          <a:p>
            <a:r>
              <a:rPr lang="en-US" dirty="0"/>
              <a:t>Enable and disable the proposed techniques in the paper. Quantify and compare the results.</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Tree>
    <p:extLst>
      <p:ext uri="{BB962C8B-B14F-4D97-AF65-F5344CB8AC3E}">
        <p14:creationId xmlns:p14="http://schemas.microsoft.com/office/powerpoint/2010/main" val="1037475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rPr lang="en-US" dirty="0"/>
              <a:t>Q2.2 Voltage scaling</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p:txBody>
          <a:bodyPr/>
          <a:lstStyle/>
          <a:p>
            <a:r>
              <a:rPr lang="en-US" dirty="0"/>
              <a:t>Scale the voltage levels to match the paper. What are your assumptions?</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Tree>
    <p:extLst>
      <p:ext uri="{BB962C8B-B14F-4D97-AF65-F5344CB8AC3E}">
        <p14:creationId xmlns:p14="http://schemas.microsoft.com/office/powerpoint/2010/main" val="2878201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rPr lang="en-US" dirty="0"/>
              <a:t>Q2.3 Thermal noise and output spectrum</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p:txBody>
          <a:bodyPr/>
          <a:lstStyle/>
          <a:p>
            <a:r>
              <a:rPr lang="en-US" dirty="0"/>
              <a:t>Add thermal noise and scale the output spectrum like the paper.</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Tree>
    <p:extLst>
      <p:ext uri="{BB962C8B-B14F-4D97-AF65-F5344CB8AC3E}">
        <p14:creationId xmlns:p14="http://schemas.microsoft.com/office/powerpoint/2010/main" val="3928257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rPr lang="en-US" dirty="0"/>
              <a:t>Q2.4 Decimation Filter</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p:txBody>
          <a:bodyPr/>
          <a:lstStyle/>
          <a:p>
            <a:r>
              <a:rPr lang="en-US" dirty="0"/>
              <a:t>Explain the decimation filter and plot the output spectrum before and after decimation filter. Also include transient waveforms.</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Tree>
    <p:extLst>
      <p:ext uri="{BB962C8B-B14F-4D97-AF65-F5344CB8AC3E}">
        <p14:creationId xmlns:p14="http://schemas.microsoft.com/office/powerpoint/2010/main" val="3128471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rPr lang="en-US" dirty="0"/>
              <a:t>Q2.5 List of simulation results</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p:txBody>
          <a:bodyPr/>
          <a:lstStyle/>
          <a:p>
            <a:r>
              <a:rPr lang="en-US" dirty="0"/>
              <a:t>Create an overview of simulation and measurement results presented in the paper in table format and high light what you have analyzed. If not, please motive your reasoning.</a:t>
            </a:r>
          </a:p>
          <a:p>
            <a:r>
              <a:rPr lang="en-US" dirty="0"/>
              <a:t>Summarize the assumptions for your </a:t>
            </a:r>
            <a:r>
              <a:rPr lang="en-US" dirty="0" err="1"/>
              <a:t>matlab</a:t>
            </a:r>
            <a:r>
              <a:rPr lang="en-US" dirty="0"/>
              <a:t> simulation setup.</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Tree>
    <p:extLst>
      <p:ext uri="{BB962C8B-B14F-4D97-AF65-F5344CB8AC3E}">
        <p14:creationId xmlns:p14="http://schemas.microsoft.com/office/powerpoint/2010/main" val="4191468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rPr lang="en-US" dirty="0"/>
              <a:t>Q2.6-X </a:t>
            </a:r>
            <a:r>
              <a:rPr lang="en-US" dirty="0" err="1"/>
              <a:t>Matlab</a:t>
            </a:r>
            <a:r>
              <a:rPr lang="en-US" dirty="0"/>
              <a:t> simulation comparison</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85566"/>
          </a:xfrm>
        </p:spPr>
        <p:txBody>
          <a:bodyPr>
            <a:normAutofit fontScale="92500" lnSpcReduction="20000"/>
          </a:bodyPr>
          <a:lstStyle/>
          <a:p>
            <a:r>
              <a:rPr lang="en-US" dirty="0"/>
              <a:t>Describe what is simulated. Use as many slides as necessary to support your analysis. 1 page per simulation. Do not change the layout. Use the proposed formatting below:</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Published result	</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Your result</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chemeClr val="tx1"/>
                </a:solidFill>
                <a:effectLst/>
                <a:latin typeface="Arial" charset="0"/>
                <a:ea typeface="ＭＳ Ｐゴシック" pitchFamily="1" charset="-128"/>
              </a:rPr>
              <a:t>Quantify your comparison. 	</a:t>
            </a:r>
          </a:p>
        </p:txBody>
      </p:sp>
    </p:spTree>
    <p:extLst>
      <p:ext uri="{BB962C8B-B14F-4D97-AF65-F5344CB8AC3E}">
        <p14:creationId xmlns:p14="http://schemas.microsoft.com/office/powerpoint/2010/main" val="372591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rPr lang="en-US" sz="3200" dirty="0"/>
              <a:t>Q3.1 Circuit Non-idealities: Finite amplifier gain &amp; BW</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Simulation result. Use the same aspect ratio of this box and be consistent with your formatting of axis and linewidth. The axis should be clearly readable.</a:t>
            </a: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l" eaLnBrk="0" hangingPunct="0">
              <a:buFont typeface="Arial" panose="020B0604020202020204" pitchFamily="34" charset="0"/>
              <a:buChar char="•"/>
            </a:pPr>
            <a:r>
              <a:rPr lang="en-US" sz="2400" dirty="0">
                <a:solidFill>
                  <a:schemeClr val="tx1"/>
                </a:solidFill>
                <a:latin typeface="Arial" charset="0"/>
                <a:ea typeface="ＭＳ Ｐゴシック" pitchFamily="1" charset="-128"/>
              </a:rPr>
              <a:t>What is the amplifier gain and bandwidth reported in the paper? What did you define in your simulations?</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chemeClr val="tx1"/>
                </a:solidFill>
                <a:effectLst/>
                <a:latin typeface="Arial" charset="0"/>
                <a:ea typeface="ＭＳ Ｐゴシック" pitchFamily="1" charset="-128"/>
              </a:rPr>
              <a:t>Explain how introduced non-ideality impacts the performance.</a:t>
            </a:r>
          </a:p>
        </p:txBody>
      </p:sp>
    </p:spTree>
    <p:extLst>
      <p:ext uri="{BB962C8B-B14F-4D97-AF65-F5344CB8AC3E}">
        <p14:creationId xmlns:p14="http://schemas.microsoft.com/office/powerpoint/2010/main" val="3471497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a:xfrm>
            <a:off x="1304925" y="650876"/>
            <a:ext cx="10182225" cy="587206"/>
          </a:xfrm>
        </p:spPr>
        <p:txBody>
          <a:bodyPr wrap="square">
            <a:noAutofit/>
          </a:bodyPr>
          <a:lstStyle/>
          <a:p>
            <a:r>
              <a:rPr lang="en-US" sz="3200" dirty="0"/>
              <a:t>Q3.2 Circuit Non-idealities: DAC mismatch</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Simulation result. </a:t>
            </a:r>
          </a:p>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Use the same aspect ratio of this box and be consistent with your formatting of axis and linewidth. The axis should be clearly readable.</a:t>
            </a: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chemeClr val="tx1"/>
                </a:solidFill>
                <a:effectLst/>
                <a:latin typeface="Arial" charset="0"/>
                <a:ea typeface="ＭＳ Ｐゴシック" pitchFamily="1" charset="-128"/>
              </a:rPr>
              <a:t>Explain how introduced non-ideality impacts the performance. How did you chose DAC mismatch?</a:t>
            </a:r>
          </a:p>
        </p:txBody>
      </p:sp>
    </p:spTree>
    <p:extLst>
      <p:ext uri="{BB962C8B-B14F-4D97-AF65-F5344CB8AC3E}">
        <p14:creationId xmlns:p14="http://schemas.microsoft.com/office/powerpoint/2010/main" val="3933904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rPr lang="en-US" sz="3200" dirty="0"/>
              <a:t>Q3.3 Circuit Non-idealities: Excess Loop Delay (ELD)</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Simulation result. Use the same aspect ratio of this box and be consistent with your formatting of axis and linewidth. The axis should be clearly readable.</a:t>
            </a: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l" eaLnBrk="0" hangingPunct="0">
              <a:buFont typeface="Arial" panose="020B0604020202020204" pitchFamily="34" charset="0"/>
              <a:buChar char="•"/>
            </a:pPr>
            <a:r>
              <a:rPr lang="en-US" sz="2400" dirty="0">
                <a:solidFill>
                  <a:schemeClr val="tx1"/>
                </a:solidFill>
                <a:latin typeface="Arial" charset="0"/>
                <a:ea typeface="ＭＳ Ｐゴシック" pitchFamily="1" charset="-128"/>
              </a:rPr>
              <a:t>Describe how did you model the excess loop delay?</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chemeClr val="tx1"/>
                </a:solidFill>
                <a:effectLst/>
                <a:latin typeface="Arial" charset="0"/>
                <a:ea typeface="ＭＳ Ｐゴシック" pitchFamily="1" charset="-128"/>
              </a:rPr>
              <a:t>Explain how introduced non-ideality impacts the performance.</a:t>
            </a:r>
          </a:p>
        </p:txBody>
      </p:sp>
    </p:spTree>
    <p:extLst>
      <p:ext uri="{BB962C8B-B14F-4D97-AF65-F5344CB8AC3E}">
        <p14:creationId xmlns:p14="http://schemas.microsoft.com/office/powerpoint/2010/main" val="1272881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rPr lang="en-US" sz="3200" dirty="0"/>
              <a:t>Q3.4 Circuit Non-idealities: Clock jitter</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Simulation result. Use the same aspect ratio of this box and be consistent with your formatting of axis and linewidth. The axis should be clearly readable.</a:t>
            </a: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l" eaLnBrk="0" hangingPunct="0">
              <a:buFont typeface="Arial" panose="020B0604020202020204" pitchFamily="34" charset="0"/>
              <a:buChar char="•"/>
            </a:pPr>
            <a:r>
              <a:rPr lang="en-US" sz="2400" dirty="0">
                <a:solidFill>
                  <a:schemeClr val="tx1"/>
                </a:solidFill>
                <a:latin typeface="Arial" charset="0"/>
                <a:ea typeface="ＭＳ Ｐゴシック" pitchFamily="1" charset="-128"/>
              </a:rPr>
              <a:t>Describe how did you model clock jitter ? </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chemeClr val="tx1"/>
                </a:solidFill>
                <a:effectLst/>
                <a:latin typeface="Arial" charset="0"/>
                <a:ea typeface="ＭＳ Ｐゴシック" pitchFamily="1" charset="-128"/>
              </a:rPr>
              <a:t>Explain how introduced non-ideality impacts the performance.</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dirty="0">
                <a:solidFill>
                  <a:schemeClr val="tx1"/>
                </a:solidFill>
                <a:latin typeface="Arial" charset="0"/>
                <a:ea typeface="ＭＳ Ｐゴシック" pitchFamily="1" charset="-128"/>
              </a:rPr>
              <a:t>Did the design employ specific techniques to reduce the jitter sensitivity?</a:t>
            </a:r>
            <a:endParaRPr kumimoji="0" lang="en-US" sz="24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2781925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rPr lang="en-US" sz="3200" dirty="0"/>
              <a:t>Q3.5 Circuit Non-idealities: non-linearity of integrator</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Simulation result. Use the same aspect ratio of this box and be consistent with your formatting of axis and linewidth. The axis should be clearly readable.</a:t>
            </a: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fontScale="92500" lnSpcReduction="10000"/>
          </a:bodyPr>
          <a:lstStyle/>
          <a:p>
            <a:pPr marL="342900" indent="-342900" algn="l" eaLnBrk="0" hangingPunct="0">
              <a:buFont typeface="Arial" panose="020B0604020202020204" pitchFamily="34" charset="0"/>
              <a:buChar char="•"/>
            </a:pPr>
            <a:r>
              <a:rPr lang="en-US" sz="2400" dirty="0">
                <a:solidFill>
                  <a:schemeClr val="tx1"/>
                </a:solidFill>
                <a:latin typeface="Arial" charset="0"/>
                <a:ea typeface="ＭＳ Ｐゴシック" pitchFamily="1" charset="-128"/>
              </a:rPr>
              <a:t>What is the non-linearity of the integrator reported in the paper? Which integrator is the dominant one?</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chemeClr val="tx1"/>
                </a:solidFill>
                <a:effectLst/>
                <a:latin typeface="Arial" charset="0"/>
                <a:ea typeface="ＭＳ Ｐゴシック" pitchFamily="1" charset="-128"/>
              </a:rPr>
              <a:t>How did you model non-linearity of the integrator</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chemeClr val="tx1"/>
                </a:solidFill>
                <a:effectLst/>
                <a:latin typeface="Arial" charset="0"/>
                <a:ea typeface="ＭＳ Ｐゴシック" pitchFamily="1" charset="-128"/>
              </a:rPr>
              <a:t>Explain how introduced non-ideality impacts the performance.</a:t>
            </a:r>
          </a:p>
        </p:txBody>
      </p:sp>
    </p:spTree>
    <p:extLst>
      <p:ext uri="{BB962C8B-B14F-4D97-AF65-F5344CB8AC3E}">
        <p14:creationId xmlns:p14="http://schemas.microsoft.com/office/powerpoint/2010/main" val="436488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a:xfrm>
            <a:off x="1304925" y="650876"/>
            <a:ext cx="10182225" cy="595298"/>
          </a:xfrm>
        </p:spPr>
        <p:txBody>
          <a:bodyPr wrap="square">
            <a:noAutofit/>
          </a:bodyPr>
          <a:lstStyle/>
          <a:p>
            <a:r>
              <a:rPr lang="en-US" sz="3200" dirty="0"/>
              <a:t>Q4.1-X Circuit Implementation – Block 1</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Q4. Describe the circuit implementation of the various blocks.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Include a schematic of the block.</a:t>
            </a:r>
          </a:p>
          <a:p>
            <a:pPr marL="0" marR="0" indent="0" algn="l" defTabSz="914400" rtl="0" eaLnBrk="0" fontAlgn="base" latinLnBrk="0" hangingPunct="0">
              <a:lnSpc>
                <a:spcPct val="100000"/>
              </a:lnSpc>
              <a:spcBef>
                <a:spcPct val="0"/>
              </a:spcBef>
              <a:spcAft>
                <a:spcPct val="0"/>
              </a:spcAft>
              <a:buClrTx/>
              <a:buSzTx/>
              <a:buFontTx/>
              <a:buNone/>
              <a:tabLst/>
            </a:pPr>
            <a:r>
              <a:rPr lang="en-US" sz="2400" dirty="0">
                <a:solidFill>
                  <a:schemeClr val="tx1"/>
                </a:solidFill>
                <a:latin typeface="Arial" charset="0"/>
                <a:ea typeface="ＭＳ Ｐゴシック" pitchFamily="1" charset="-128"/>
              </a:rPr>
              <a:t>Some candidates: DAC, amplifier, comparator, sample/hold</a:t>
            </a:r>
          </a:p>
          <a:p>
            <a:pPr marL="0" marR="0" indent="0" algn="l" defTabSz="914400" rtl="0" eaLnBrk="0" fontAlgn="base" latinLnBrk="0" hangingPunct="0">
              <a:lnSpc>
                <a:spcPct val="100000"/>
              </a:lnSpc>
              <a:spcBef>
                <a:spcPct val="0"/>
              </a:spcBef>
              <a:spcAft>
                <a:spcPct val="0"/>
              </a:spcAft>
              <a:buClrTx/>
              <a:buSzTx/>
              <a:buFontTx/>
              <a:buNone/>
              <a:tabLst/>
            </a:pPr>
            <a:r>
              <a:rPr lang="en-US" sz="2400" dirty="0">
                <a:solidFill>
                  <a:schemeClr val="tx1"/>
                </a:solidFill>
                <a:latin typeface="Arial" charset="0"/>
                <a:ea typeface="ＭＳ Ｐゴシック" pitchFamily="1" charset="-128"/>
              </a:rPr>
              <a:t>Only describe 1 block per slide and </a:t>
            </a:r>
            <a:endParaRPr kumimoji="0" lang="en-US" sz="2400" b="0" i="0" u="none" strike="noStrike" cap="none" normalizeH="0" baseline="0" dirty="0">
              <a:ln>
                <a:noFill/>
              </a:ln>
              <a:solidFill>
                <a:schemeClr val="tx1"/>
              </a:solidFill>
              <a:effectLst/>
              <a:latin typeface="Arial" charset="0"/>
              <a:ea typeface="ＭＳ Ｐゴシック" pitchFamily="1" charset="-128"/>
            </a:endParaR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a:bodyPr>
          <a:lstStyle/>
          <a:p>
            <a:pPr marL="342900" indent="-342900" algn="l" eaLnBrk="0" hangingPunct="0">
              <a:buFont typeface="Arial" panose="020B0604020202020204" pitchFamily="34" charset="0"/>
              <a:buChar char="•"/>
            </a:pPr>
            <a:r>
              <a:rPr kumimoji="0" lang="en-US" sz="2400" b="0" i="0" u="none" strike="noStrike" cap="none" normalizeH="0" baseline="0" dirty="0">
                <a:ln>
                  <a:noFill/>
                </a:ln>
                <a:solidFill>
                  <a:schemeClr val="tx1"/>
                </a:solidFill>
                <a:effectLst/>
                <a:latin typeface="Arial" charset="0"/>
                <a:ea typeface="ＭＳ Ｐゴシック" pitchFamily="1" charset="-128"/>
              </a:rPr>
              <a:t>Describe the operation of the circuit, and in case of a SC circuit draw different phases and explain the mode of operation.</a:t>
            </a:r>
          </a:p>
        </p:txBody>
      </p:sp>
    </p:spTree>
    <p:extLst>
      <p:ext uri="{BB962C8B-B14F-4D97-AF65-F5344CB8AC3E}">
        <p14:creationId xmlns:p14="http://schemas.microsoft.com/office/powerpoint/2010/main" val="3070866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rPr lang="en-US" sz="3200" dirty="0"/>
              <a:t>Q5. Strength and weakness of the design</a:t>
            </a:r>
          </a:p>
        </p:txBody>
      </p:sp>
      <p:sp>
        <p:nvSpPr>
          <p:cNvPr id="2" name="Content Placeholder 1">
            <a:extLst>
              <a:ext uri="{FF2B5EF4-FFF2-40B4-BE49-F238E27FC236}">
                <a16:creationId xmlns:a16="http://schemas.microsoft.com/office/drawing/2014/main" id="{59C43422-21EA-4FCD-A109-D08C2684B2CF}"/>
              </a:ext>
            </a:extLst>
          </p:cNvPr>
          <p:cNvSpPr>
            <a:spLocks noGrp="1"/>
          </p:cNvSpPr>
          <p:nvPr>
            <p:ph idx="1"/>
          </p:nvPr>
        </p:nvSpPr>
        <p:spPr/>
        <p:txBody>
          <a:bodyPr>
            <a:normAutofit/>
          </a:bodyPr>
          <a:lstStyle/>
          <a:p>
            <a:r>
              <a:rPr lang="en-US" dirty="0"/>
              <a:t>Identify and list the strength and weakness of the design in a table format.</a:t>
            </a:r>
          </a:p>
          <a:p>
            <a:r>
              <a:rPr lang="en-US" dirty="0"/>
              <a:t>Motivate your conclusions if proposed technique solves the initial issue.</a:t>
            </a:r>
          </a:p>
          <a:p>
            <a:r>
              <a:rPr lang="en-US" dirty="0"/>
              <a:t>Incase you multiple slides to support your conclusions.</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646331"/>
          </a:xfrm>
          <a:prstGeom prst="rect">
            <a:avLst/>
          </a:prstGeom>
          <a:noFill/>
        </p:spPr>
        <p:txBody>
          <a:bodyPr wrap="square" rtlCol="0">
            <a:norm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Q5. Identify and list their weakness and strengths of the main techniques used in the SD modulator architecture. Assess if the adopted technique solves the initial issue. (5 points)</a:t>
            </a:r>
            <a:endParaRPr lang="en-US" dirty="0"/>
          </a:p>
        </p:txBody>
      </p:sp>
    </p:spTree>
    <p:extLst>
      <p:ext uri="{BB962C8B-B14F-4D97-AF65-F5344CB8AC3E}">
        <p14:creationId xmlns:p14="http://schemas.microsoft.com/office/powerpoint/2010/main" val="3183957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rPr lang="en-US" sz="3200" dirty="0"/>
              <a:t>Q6. Comparison</a:t>
            </a:r>
          </a:p>
        </p:txBody>
      </p:sp>
      <p:sp>
        <p:nvSpPr>
          <p:cNvPr id="2" name="Content Placeholder 1">
            <a:extLst>
              <a:ext uri="{FF2B5EF4-FFF2-40B4-BE49-F238E27FC236}">
                <a16:creationId xmlns:a16="http://schemas.microsoft.com/office/drawing/2014/main" id="{59C43422-21EA-4FCD-A109-D08C2684B2CF}"/>
              </a:ext>
            </a:extLst>
          </p:cNvPr>
          <p:cNvSpPr>
            <a:spLocks noGrp="1"/>
          </p:cNvSpPr>
          <p:nvPr>
            <p:ph idx="1"/>
          </p:nvPr>
        </p:nvSpPr>
        <p:spPr/>
        <p:txBody>
          <a:bodyPr>
            <a:normAutofit/>
          </a:bodyPr>
          <a:lstStyle/>
          <a:p>
            <a:r>
              <a:rPr lang="en-US" dirty="0"/>
              <a:t>Include an extended version of the comparison table.</a:t>
            </a:r>
          </a:p>
          <a:p>
            <a:r>
              <a:rPr lang="en-US" dirty="0"/>
              <a:t>Compare the adopted techniques to other SD modulator architectures and to different solutions. </a:t>
            </a:r>
          </a:p>
          <a:p>
            <a:endParaRPr lang="en-US" dirty="0"/>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646331"/>
          </a:xfrm>
          <a:prstGeom prst="rect">
            <a:avLst/>
          </a:prstGeom>
          <a:noFill/>
        </p:spPr>
        <p:txBody>
          <a:bodyPr wrap="square" rtlCol="0">
            <a:normAutofit fontScale="92500"/>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Q6. Compare the adopted techniques to other SD modulator architectures and to different solutions. The comparison should include (but is not limited to) the other works cited in the paper. Prepare or extend the comparison table present in the paper with your analysis (5 points)</a:t>
            </a:r>
            <a:endParaRPr lang="en-US" dirty="0"/>
          </a:p>
        </p:txBody>
      </p:sp>
    </p:spTree>
    <p:extLst>
      <p:ext uri="{BB962C8B-B14F-4D97-AF65-F5344CB8AC3E}">
        <p14:creationId xmlns:p14="http://schemas.microsoft.com/office/powerpoint/2010/main" val="3032068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rPr lang="en-US" sz="3200" dirty="0"/>
              <a:t>Q7. Proposed Improvements</a:t>
            </a:r>
          </a:p>
        </p:txBody>
      </p:sp>
      <p:sp>
        <p:nvSpPr>
          <p:cNvPr id="2" name="Content Placeholder 1">
            <a:extLst>
              <a:ext uri="{FF2B5EF4-FFF2-40B4-BE49-F238E27FC236}">
                <a16:creationId xmlns:a16="http://schemas.microsoft.com/office/drawing/2014/main" id="{59C43422-21EA-4FCD-A109-D08C2684B2CF}"/>
              </a:ext>
            </a:extLst>
          </p:cNvPr>
          <p:cNvSpPr>
            <a:spLocks noGrp="1"/>
          </p:cNvSpPr>
          <p:nvPr>
            <p:ph idx="1"/>
          </p:nvPr>
        </p:nvSpPr>
        <p:spPr/>
        <p:txBody>
          <a:bodyPr>
            <a:normAutofit/>
          </a:bodyPr>
          <a:lstStyle/>
          <a:p>
            <a:r>
              <a:rPr lang="en-US" dirty="0"/>
              <a:t>Propose improvements to SD modulator proposed in the paper. </a:t>
            </a:r>
          </a:p>
          <a:p>
            <a:r>
              <a:rPr lang="en-US" dirty="0"/>
              <a:t>Propose an updated architectural drawing, or circuit diagram.</a:t>
            </a:r>
          </a:p>
          <a:p>
            <a:r>
              <a:rPr lang="en-US" dirty="0"/>
              <a:t>Prove your proposed improvement by </a:t>
            </a:r>
            <a:r>
              <a:rPr lang="en-US" dirty="0" err="1"/>
              <a:t>Matlab</a:t>
            </a:r>
            <a:r>
              <a:rPr lang="en-US" dirty="0"/>
              <a:t> simulations.</a:t>
            </a:r>
          </a:p>
          <a:p>
            <a:endParaRPr lang="en-US" dirty="0"/>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646331"/>
          </a:xfrm>
          <a:prstGeom prst="rect">
            <a:avLst/>
          </a:prstGeom>
          <a:noFill/>
        </p:spPr>
        <p:txBody>
          <a:bodyPr wrap="square" rtlCol="0">
            <a:norm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Q7. Propose improvements to SD modulator proposed in the paper (5 points) and prove your proposed improvement by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(5 points)</a:t>
            </a:r>
            <a:endParaRPr lang="en-US" dirty="0"/>
          </a:p>
        </p:txBody>
      </p:sp>
    </p:spTree>
    <p:extLst>
      <p:ext uri="{BB962C8B-B14F-4D97-AF65-F5344CB8AC3E}">
        <p14:creationId xmlns:p14="http://schemas.microsoft.com/office/powerpoint/2010/main" val="2431095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5311FD-260A-4278-A063-47A3AB718714}"/>
              </a:ext>
            </a:extLst>
          </p:cNvPr>
          <p:cNvSpPr>
            <a:spLocks noGrp="1"/>
          </p:cNvSpPr>
          <p:nvPr>
            <p:ph type="title"/>
          </p:nvPr>
        </p:nvSpPr>
        <p:spPr/>
        <p:txBody>
          <a:bodyPr/>
          <a:lstStyle/>
          <a:p>
            <a:r>
              <a:rPr lang="en-US" dirty="0"/>
              <a:t>Summary </a:t>
            </a:r>
          </a:p>
        </p:txBody>
      </p:sp>
      <p:sp>
        <p:nvSpPr>
          <p:cNvPr id="5" name="Content Placeholder 4">
            <a:extLst>
              <a:ext uri="{FF2B5EF4-FFF2-40B4-BE49-F238E27FC236}">
                <a16:creationId xmlns:a16="http://schemas.microsoft.com/office/drawing/2014/main" id="{217E5A14-E916-4FCB-A099-112E039F48F5}"/>
              </a:ext>
            </a:extLst>
          </p:cNvPr>
          <p:cNvSpPr>
            <a:spLocks noGrp="1"/>
          </p:cNvSpPr>
          <p:nvPr>
            <p:ph idx="1"/>
          </p:nvPr>
        </p:nvSpPr>
        <p:spPr/>
        <p:txBody>
          <a:bodyPr/>
          <a:lstStyle/>
          <a:p>
            <a:r>
              <a:rPr lang="en-US" dirty="0"/>
              <a:t>Conclude on your assessment of the paper.</a:t>
            </a:r>
          </a:p>
        </p:txBody>
      </p:sp>
    </p:spTree>
    <p:extLst>
      <p:ext uri="{BB962C8B-B14F-4D97-AF65-F5344CB8AC3E}">
        <p14:creationId xmlns:p14="http://schemas.microsoft.com/office/powerpoint/2010/main" val="3947482171"/>
      </p:ext>
    </p:extLst>
  </p:cSld>
  <p:clrMapOvr>
    <a:masterClrMapping/>
  </p:clrMapOvr>
</p:sld>
</file>

<file path=ppt/theme/theme1.xml><?xml version="1.0" encoding="utf-8"?>
<a:theme xmlns:a="http://schemas.openxmlformats.org/drawingml/2006/main" name="text">
  <a:themeElements>
    <a:clrScheme name="">
      <a:dk1>
        <a:srgbClr val="000000"/>
      </a:dk1>
      <a:lt1>
        <a:srgbClr val="FFFFFF"/>
      </a:lt1>
      <a:dk2>
        <a:srgbClr val="000000"/>
      </a:dk2>
      <a:lt2>
        <a:srgbClr val="108BD9"/>
      </a:lt2>
      <a:accent1>
        <a:srgbClr val="ADC610"/>
      </a:accent1>
      <a:accent2>
        <a:srgbClr val="002B60"/>
      </a:accent2>
      <a:accent3>
        <a:srgbClr val="FFFFFF"/>
      </a:accent3>
      <a:accent4>
        <a:srgbClr val="000000"/>
      </a:accent4>
      <a:accent5>
        <a:srgbClr val="D3DFAA"/>
      </a:accent5>
      <a:accent6>
        <a:srgbClr val="002656"/>
      </a:accent6>
      <a:hlink>
        <a:srgbClr val="A10058"/>
      </a:hlink>
      <a:folHlink>
        <a:srgbClr val="66BCAA"/>
      </a:folHlink>
    </a:clrScheme>
    <a:fontScheme name="text">
      <a:majorFont>
        <a:latin typeface="Bookman Old Style"/>
        <a:ea typeface=""/>
        <a:cs typeface=""/>
      </a:majorFont>
      <a:minorFont>
        <a:latin typeface="Tahoma"/>
        <a:ea typeface=""/>
        <a:cs typeface=""/>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text 1">
        <a:dk1>
          <a:srgbClr val="000000"/>
        </a:dk1>
        <a:lt1>
          <a:srgbClr val="FFFFFF"/>
        </a:lt1>
        <a:dk2>
          <a:srgbClr val="000000"/>
        </a:dk2>
        <a:lt2>
          <a:srgbClr val="108BD9"/>
        </a:lt2>
        <a:accent1>
          <a:srgbClr val="C1C700"/>
        </a:accent1>
        <a:accent2>
          <a:srgbClr val="003B74"/>
        </a:accent2>
        <a:accent3>
          <a:srgbClr val="FFFFFF"/>
        </a:accent3>
        <a:accent4>
          <a:srgbClr val="000000"/>
        </a:accent4>
        <a:accent5>
          <a:srgbClr val="DDE0AA"/>
        </a:accent5>
        <a:accent6>
          <a:srgbClr val="003568"/>
        </a:accent6>
        <a:hlink>
          <a:srgbClr val="C2006E"/>
        </a:hlink>
        <a:folHlink>
          <a:srgbClr val="7FC6B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Pages>0</Pages>
  <Words>1157</Words>
  <Characters>0</Characters>
  <Application>Microsoft Office PowerPoint</Application>
  <PresentationFormat>Custom</PresentationFormat>
  <Lines>0</Lines>
  <Paragraphs>86</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Gill Sans</vt:lpstr>
      <vt:lpstr>Arial</vt:lpstr>
      <vt:lpstr>Bookman Old Style</vt:lpstr>
      <vt:lpstr>Calibri</vt:lpstr>
      <vt:lpstr>Tahoma</vt:lpstr>
      <vt:lpstr>Times</vt:lpstr>
      <vt:lpstr>Times New Roman</vt:lpstr>
      <vt:lpstr>text</vt:lpstr>
      <vt:lpstr>Paper Title </vt:lpstr>
      <vt:lpstr>Q1.Introduction</vt:lpstr>
      <vt:lpstr>Q2 Matlab model and List of coefficients</vt:lpstr>
      <vt:lpstr>Q2.1 Proposed technique</vt:lpstr>
      <vt:lpstr>Q2.2 Voltage scaling</vt:lpstr>
      <vt:lpstr>Q2.3 Thermal noise and output spectrum</vt:lpstr>
      <vt:lpstr>Q2.4 Decimation Filter</vt:lpstr>
      <vt:lpstr>Q2.5 List of simulation results</vt:lpstr>
      <vt:lpstr>Q2.6-X Matlab simulation comparison</vt:lpstr>
      <vt:lpstr>Q3.1 Circuit Non-idealities: Finite amplifier gain &amp; BW</vt:lpstr>
      <vt:lpstr>Q3.2 Circuit Non-idealities: DAC mismatch</vt:lpstr>
      <vt:lpstr>Q3.3 Circuit Non-idealities: Excess Loop Delay (ELD)</vt:lpstr>
      <vt:lpstr>Q3.4 Circuit Non-idealities: Clock jitter</vt:lpstr>
      <vt:lpstr>Q3.5 Circuit Non-idealities: non-linearity of integrator</vt:lpstr>
      <vt:lpstr>Q4.1-X Circuit Implementation – Block 1</vt:lpstr>
      <vt:lpstr>Q5. Strength and weakness of the design</vt:lpstr>
      <vt:lpstr>Q6. Comparison</vt:lpstr>
      <vt:lpstr>Q7. Proposed Improvements</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 Delft -  a bird’s eye view</dc:title>
  <dc:creator>shoubhik</dc:creator>
  <cp:lastModifiedBy>sheep Cow</cp:lastModifiedBy>
  <cp:revision>316</cp:revision>
  <cp:lastPrinted>2020-05-24T21:00:26Z</cp:lastPrinted>
  <dcterms:modified xsi:type="dcterms:W3CDTF">2026-06-09T14:58:09Z</dcterms:modified>
</cp:coreProperties>
</file>